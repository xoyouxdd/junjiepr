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5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6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de37e91b2b4396" /><Relationship Type="http://schemas.openxmlformats.org/officeDocument/2006/relationships/extended-properties" Target="/docProps/app.xml" Id="R8f08861538e041ed" /><Relationship Type="http://schemas.openxmlformats.org/officeDocument/2006/relationships/officeDocument" Target="/ppt/presentation.xml" Id="Rd6070e91c9614a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d3adf8329142a1"/>
  </p:sldMasterIdLst>
  <p:notesMasterIdLst>
    <p:notesMasterId xmlns:r="http://schemas.openxmlformats.org/officeDocument/2006/relationships" r:id="Re0c088bbd18a428b"/>
  </p:notesMasterIdLst>
  <p:sldIdLst>
    <p:sldId xmlns:r="http://schemas.openxmlformats.org/officeDocument/2006/relationships" id="256" r:id="Re19ab878260e44d8"/>
    <p:sldId xmlns:r="http://schemas.openxmlformats.org/officeDocument/2006/relationships" id="257" r:id="R99a72c5ffb9f4084"/>
    <p:sldId xmlns:r="http://schemas.openxmlformats.org/officeDocument/2006/relationships" id="258" r:id="Rce07f13b3d7e46b3"/>
    <p:sldId xmlns:r="http://schemas.openxmlformats.org/officeDocument/2006/relationships" id="259" r:id="Rbd6779f3293148f9"/>
    <p:sldId xmlns:r="http://schemas.openxmlformats.org/officeDocument/2006/relationships" id="260" r:id="Rbdc7f11cb2b44d53"/>
    <p:sldId xmlns:r="http://schemas.openxmlformats.org/officeDocument/2006/relationships" id="261" r:id="R125d9bc78aef4c56"/>
    <p:sldId xmlns:r="http://schemas.openxmlformats.org/officeDocument/2006/relationships" id="262" r:id="Rfa974c15225e418e"/>
    <p:sldId xmlns:r="http://schemas.openxmlformats.org/officeDocument/2006/relationships" id="263" r:id="R793a6382343b4dac"/>
    <p:sldId xmlns:r="http://schemas.openxmlformats.org/officeDocument/2006/relationships" id="264" r:id="R75229a9e9b8e45a5"/>
    <p:sldId xmlns:r="http://schemas.openxmlformats.org/officeDocument/2006/relationships" id="265" r:id="Rc2b4e1cbb92f4f45"/>
    <p:sldId xmlns:r="http://schemas.openxmlformats.org/officeDocument/2006/relationships" id="266" r:id="R5059a52a4c8d4b5a"/>
    <p:sldId xmlns:r="http://schemas.openxmlformats.org/officeDocument/2006/relationships" id="267" r:id="Rbbfc73113c67456f"/>
    <p:sldId xmlns:r="http://schemas.openxmlformats.org/officeDocument/2006/relationships" id="268" r:id="R8c5c29e5fc414fa7"/>
    <p:sldId xmlns:r="http://schemas.openxmlformats.org/officeDocument/2006/relationships" id="269" r:id="R57add975958d4271"/>
    <p:sldId xmlns:r="http://schemas.openxmlformats.org/officeDocument/2006/relationships" id="270" r:id="R2217688267e74b5f"/>
    <p:sldId xmlns:r="http://schemas.openxmlformats.org/officeDocument/2006/relationships" id="271" r:id="R0b66a5df36f74a41"/>
    <p:sldId xmlns:r="http://schemas.openxmlformats.org/officeDocument/2006/relationships" id="272" r:id="Red10b63e1d1846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f5a4f2cceb4730" /><Relationship Type="http://schemas.openxmlformats.org/officeDocument/2006/relationships/slideMaster" Target="/ppt/slideMasters/slideMaster1.xml" Id="R9bd3adf8329142a1" /><Relationship Type="http://schemas.openxmlformats.org/officeDocument/2006/relationships/notesMaster" Target="/ppt/notesMasters/notesMaster1.xml" Id="Re0c088bbd18a428b" /><Relationship Type="http://schemas.openxmlformats.org/officeDocument/2006/relationships/presProps" Target="/ppt/presProps.xml" Id="R753d94e8487b46c1" /><Relationship Type="http://schemas.openxmlformats.org/officeDocument/2006/relationships/tableStyles" Target="/ppt/tableStyles.xml" Id="R823da370be6748c4" /><Relationship Type="http://schemas.openxmlformats.org/officeDocument/2006/relationships/slide" Target="/ppt/slides/slide1.xml" Id="Re19ab878260e44d8" /><Relationship Type="http://schemas.openxmlformats.org/officeDocument/2006/relationships/slide" Target="/ppt/slides/slide2.xml" Id="R99a72c5ffb9f4084" /><Relationship Type="http://schemas.openxmlformats.org/officeDocument/2006/relationships/slide" Target="/ppt/slides/slide3.xml" Id="Rce07f13b3d7e46b3" /><Relationship Type="http://schemas.openxmlformats.org/officeDocument/2006/relationships/slide" Target="/ppt/slides/slide4.xml" Id="Rbd6779f3293148f9" /><Relationship Type="http://schemas.openxmlformats.org/officeDocument/2006/relationships/slide" Target="/ppt/slides/slide5.xml" Id="Rbdc7f11cb2b44d53" /><Relationship Type="http://schemas.openxmlformats.org/officeDocument/2006/relationships/slide" Target="/ppt/slides/slide6.xml" Id="R125d9bc78aef4c56" /><Relationship Type="http://schemas.openxmlformats.org/officeDocument/2006/relationships/slide" Target="/ppt/slides/slide7.xml" Id="Rfa974c15225e418e" /><Relationship Type="http://schemas.openxmlformats.org/officeDocument/2006/relationships/slide" Target="/ppt/slides/slide8.xml" Id="R793a6382343b4dac" /><Relationship Type="http://schemas.openxmlformats.org/officeDocument/2006/relationships/slide" Target="/ppt/slides/slide9.xml" Id="R75229a9e9b8e45a5" /><Relationship Type="http://schemas.openxmlformats.org/officeDocument/2006/relationships/slide" Target="/ppt/slides/slide10.xml" Id="Rc2b4e1cbb92f4f45" /><Relationship Type="http://schemas.openxmlformats.org/officeDocument/2006/relationships/slide" Target="/ppt/slides/slide11.xml" Id="R5059a52a4c8d4b5a" /><Relationship Type="http://schemas.openxmlformats.org/officeDocument/2006/relationships/slide" Target="/ppt/slides/slide12.xml" Id="Rbbfc73113c67456f" /><Relationship Type="http://schemas.openxmlformats.org/officeDocument/2006/relationships/slide" Target="/ppt/slides/slide13.xml" Id="R8c5c29e5fc414fa7" /><Relationship Type="http://schemas.openxmlformats.org/officeDocument/2006/relationships/slide" Target="/ppt/slides/slide14.xml" Id="R57add975958d4271" /><Relationship Type="http://schemas.openxmlformats.org/officeDocument/2006/relationships/slide" Target="/ppt/slides/slide15.xml" Id="R2217688267e74b5f" /><Relationship Type="http://schemas.openxmlformats.org/officeDocument/2006/relationships/slide" Target="/ppt/slides/slide16.xml" Id="R0b66a5df36f74a41" /><Relationship Type="http://schemas.openxmlformats.org/officeDocument/2006/relationships/slide" Target="/ppt/slides/slide17.xml" Id="Red10b63e1d1846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731e15982745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69649e97734ee9" /><Relationship Type="http://schemas.openxmlformats.org/officeDocument/2006/relationships/notesMaster" Target="/ppt/notesMasters/notesMaster1.xml" Id="R56dc38be01794b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624e9ce9a2418f" /><Relationship Type="http://schemas.openxmlformats.org/officeDocument/2006/relationships/notesMaster" Target="/ppt/notesMasters/notesMaster1.xml" Id="R889bbdcc100240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92636da2f44a49" /><Relationship Type="http://schemas.openxmlformats.org/officeDocument/2006/relationships/notesMaster" Target="/ppt/notesMasters/notesMaster1.xml" Id="R5bccf6c1fd364e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ff1637b99f46da" /><Relationship Type="http://schemas.openxmlformats.org/officeDocument/2006/relationships/notesMaster" Target="/ppt/notesMasters/notesMaster1.xml" Id="R087ec5e13c6940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5748a373234c63" /><Relationship Type="http://schemas.openxmlformats.org/officeDocument/2006/relationships/notesMaster" Target="/ppt/notesMasters/notesMaster1.xml" Id="Rdb25c852040943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8d30f6568142ab" /><Relationship Type="http://schemas.openxmlformats.org/officeDocument/2006/relationships/notesMaster" Target="/ppt/notesMasters/notesMaster1.xml" Id="R618808f83e4c45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92a94c78024e59" /><Relationship Type="http://schemas.openxmlformats.org/officeDocument/2006/relationships/notesMaster" Target="/ppt/notesMasters/notesMaster1.xml" Id="R2866a741b2b54e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a47d5625284521" /><Relationship Type="http://schemas.openxmlformats.org/officeDocument/2006/relationships/notesMaster" Target="/ppt/notesMasters/notesMaster1.xml" Id="Rbf63b79e8c0f41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f4bdf0327b4b8d" /><Relationship Type="http://schemas.openxmlformats.org/officeDocument/2006/relationships/notesMaster" Target="/ppt/notesMasters/notesMaster1.xml" Id="R611973bf3b4e45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1fb1089a1f49af" /><Relationship Type="http://schemas.openxmlformats.org/officeDocument/2006/relationships/notesMaster" Target="/ppt/notesMasters/notesMaster1.xml" Id="Ra91aa63a8ef84b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2431071627468d" /><Relationship Type="http://schemas.openxmlformats.org/officeDocument/2006/relationships/notesMaster" Target="/ppt/notesMasters/notesMaster1.xml" Id="R6cde2021b09b44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cf961038f84c4d" /><Relationship Type="http://schemas.openxmlformats.org/officeDocument/2006/relationships/notesMaster" Target="/ppt/notesMasters/notesMaster1.xml" Id="R7d2043a6ddde47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4b5244fc9d492f" /><Relationship Type="http://schemas.openxmlformats.org/officeDocument/2006/relationships/notesMaster" Target="/ppt/notesMasters/notesMaster1.xml" Id="R68081efa88a54a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b58ec4c54b4aa9" /><Relationship Type="http://schemas.openxmlformats.org/officeDocument/2006/relationships/notesMaster" Target="/ppt/notesMasters/notesMaster1.xml" Id="Rd5d470a639604d3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41d1338c5f491a" /><Relationship Type="http://schemas.openxmlformats.org/officeDocument/2006/relationships/notesMaster" Target="/ppt/notesMasters/notesMaster1.xml" Id="Rb9cd130f2b3d4c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63a7ae1505345bd" /><Relationship Type="http://schemas.openxmlformats.org/officeDocument/2006/relationships/notesMaster" Target="/ppt/notesMasters/notesMaster1.xml" Id="R35c45c45d017474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16f4603cccf45ac" /><Relationship Type="http://schemas.openxmlformats.org/officeDocument/2006/relationships/notesMaster" Target="/ppt/notesMasters/notesMaster1.xml" Id="R3c855079835142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3973560d044e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7ebc7b21ad4e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94e2a8e5fd4e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3eaa6f9dc344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1afdb9cc9c42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ce4626fd9a41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852C54-9E5C-4F38-8C76-CE9C09D7D4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A599B1-3705-43C2-A149-74A968624C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B2B91EC-2192-4769-9DE8-90B825B251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2A0FFC-DA7A-4F1F-9623-3D2B74CADF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75711E-6454-4F33-A3D4-A91E542EB9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995410-2474-4EE6-86B3-1656E1CB81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B96F1C-7B7A-4BBC-9500-11D54BE776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FE0499E-C619-4357-9E2C-1F0826A19D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00CFB3-196F-4808-BC05-5AF4DF151B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CC5CB6-8675-4A2B-BDAD-C3C61D2977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bc7c003d3541a6" /><Relationship Type="http://schemas.openxmlformats.org/officeDocument/2006/relationships/slideLayout" Target="/ppt/slideLayouts/slideLayout1.xml" Id="R6775fc6c063c46b9" /><Relationship Type="http://schemas.openxmlformats.org/officeDocument/2006/relationships/slideLayout" Target="/ppt/slideLayouts/slideLayout2.xml" Id="R0e9a27108d9a487a" /><Relationship Type="http://schemas.openxmlformats.org/officeDocument/2006/relationships/slideLayout" Target="/ppt/slideLayouts/slideLayout3.xml" Id="R483b55f64e004e53" /><Relationship Type="http://schemas.openxmlformats.org/officeDocument/2006/relationships/slideLayout" Target="/ppt/slideLayouts/slideLayout4.xml" Id="R87af811bf1f24cb0" /><Relationship Type="http://schemas.openxmlformats.org/officeDocument/2006/relationships/slideLayout" Target="/ppt/slideLayouts/slideLayout5.xml" Id="R7bbc681a92ed40f5" /><Relationship Type="http://schemas.openxmlformats.org/officeDocument/2006/relationships/slideLayout" Target="/ppt/slideLayouts/slideLayout6.xml" Id="R54b87fca97e849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75fc6c063c46b9"/>
    <p:sldLayoutId xmlns:r="http://schemas.openxmlformats.org/officeDocument/2006/relationships" id="2147483650" r:id="R0e9a27108d9a487a"/>
    <p:sldLayoutId xmlns:r="http://schemas.openxmlformats.org/officeDocument/2006/relationships" id="2147483651" r:id="R483b55f64e004e53"/>
    <p:sldLayoutId xmlns:r="http://schemas.openxmlformats.org/officeDocument/2006/relationships" id="2147483652" r:id="R87af811bf1f24cb0"/>
    <p:sldLayoutId xmlns:r="http://schemas.openxmlformats.org/officeDocument/2006/relationships" id="2147483653" r:id="R7bbc681a92ed40f5"/>
    <p:sldLayoutId xmlns:r="http://schemas.openxmlformats.org/officeDocument/2006/relationships" id="2147483654" r:id="R54b87fca97e849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8e1940d0ed4267" /><Relationship Type="http://schemas.openxmlformats.org/officeDocument/2006/relationships/image" Target="/ppt/media/image.png" Id="R1ca4040707044aa1" /><Relationship Type="http://schemas.openxmlformats.org/officeDocument/2006/relationships/image" Target="/ppt/media/image.jpeg" Id="R5d081044ccea49f0" /><Relationship Type="http://schemas.openxmlformats.org/officeDocument/2006/relationships/notesSlide" Target="/ppt/notesSlides/notesSlide1.xml" Id="R96f77887532f4d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2268843ff849e9" /><Relationship Type="http://schemas.openxmlformats.org/officeDocument/2006/relationships/chart" Target="/ppt/slides/charts/chart1.xml" Id="R21a324ec613d444f" /><Relationship Type="http://schemas.openxmlformats.org/officeDocument/2006/relationships/notesSlide" Target="/ppt/notesSlides/notesSlide2.xml" Id="R7f6e5ed9b8754a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183e1a0942490d" /><Relationship Type="http://schemas.openxmlformats.org/officeDocument/2006/relationships/chart" Target="/ppt/slides/charts/chart2.xml" Id="Re1b1508d68574e4b" /><Relationship Type="http://schemas.openxmlformats.org/officeDocument/2006/relationships/notesSlide" Target="/ppt/notesSlides/notesSlide3.xml" Id="Raecbb4d1e15446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aea7c27f8f44b4" /><Relationship Type="http://schemas.openxmlformats.org/officeDocument/2006/relationships/notesSlide" Target="/ppt/notesSlides/notesSlide4.xml" Id="R3f5ef749db2643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51d15dc6194064" /><Relationship Type="http://schemas.openxmlformats.org/officeDocument/2006/relationships/notesSlide" Target="/ppt/notesSlides/notesSlide5.xml" Id="Rfb557e4516c848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f0e428518a465d" /><Relationship Type="http://schemas.openxmlformats.org/officeDocument/2006/relationships/notesSlide" Target="/ppt/notesSlides/notesSlide6.xml" Id="R96f69d4fa37b42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7827112ad4411f" /><Relationship Type="http://schemas.openxmlformats.org/officeDocument/2006/relationships/chart" Target="/ppt/slides/charts/chart3.xml" Id="R706e573187c847ca" /><Relationship Type="http://schemas.openxmlformats.org/officeDocument/2006/relationships/notesSlide" Target="/ppt/notesSlides/notesSlide7.xml" Id="R682495b0565f4d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81a40f16dd49f3" /><Relationship Type="http://schemas.openxmlformats.org/officeDocument/2006/relationships/chart" Target="/ppt/slides/charts/chart4.xml" Id="R40fe7ffe31c743d0" /><Relationship Type="http://schemas.openxmlformats.org/officeDocument/2006/relationships/notesSlide" Target="/ppt/notesSlides/notesSlide8.xml" Id="Ref7c5542cac043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6fb584c5bd4de5" /><Relationship Type="http://schemas.openxmlformats.org/officeDocument/2006/relationships/notesSlide" Target="/ppt/notesSlides/notesSlide9.xml" Id="Rf20e16980e6b41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232da0f8054b65" /><Relationship Type="http://schemas.openxmlformats.org/officeDocument/2006/relationships/notesSlide" Target="/ppt/notesSlides/notesSlide10.xml" Id="R5e5a42f67cc94e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5fb05ef4734080" /><Relationship Type="http://schemas.openxmlformats.org/officeDocument/2006/relationships/notesSlide" Target="/ppt/notesSlides/notesSlide11.xml" Id="Radf48b10b41948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d21b2581514d69" /><Relationship Type="http://schemas.openxmlformats.org/officeDocument/2006/relationships/notesSlide" Target="/ppt/notesSlides/notesSlide12.xml" Id="R29e91490b04944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8332303766484e" /><Relationship Type="http://schemas.openxmlformats.org/officeDocument/2006/relationships/notesSlide" Target="/ppt/notesSlides/notesSlide13.xml" Id="R44e3ff29d64646a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0cb73428ed4adc" /><Relationship Type="http://schemas.openxmlformats.org/officeDocument/2006/relationships/notesSlide" Target="/ppt/notesSlides/notesSlide14.xml" Id="R7078cd71fa374f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b2fe819119420b" /><Relationship Type="http://schemas.openxmlformats.org/officeDocument/2006/relationships/chart" Target="/ppt/slides/charts/chart5.xml" Id="R17994abed15546fb" /><Relationship Type="http://schemas.openxmlformats.org/officeDocument/2006/relationships/notesSlide" Target="/ppt/notesSlides/notesSlide15.xml" Id="R410b902f970f4af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753a712cf547a7" /><Relationship Type="http://schemas.openxmlformats.org/officeDocument/2006/relationships/chart" Target="/ppt/slides/charts/chart6.xml" Id="R724461b08f5446a1" /><Relationship Type="http://schemas.openxmlformats.org/officeDocument/2006/relationships/notesSlide" Target="/ppt/notesSlides/notesSlide16.xml" Id="Rfa4698d9c47c413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a557b7c4ac41c1" /><Relationship Type="http://schemas.openxmlformats.org/officeDocument/2006/relationships/notesSlide" Target="/ppt/notesSlides/notesSlide17.xml" Id="R57e8814bb30b46d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CM/TR</c:v>
          </c:tx>
          <c:spPr>
            <a:solidFill xmlns:a="http://schemas.openxmlformats.org/drawingml/2006/main">
              <a:srgbClr val="146D7B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安全</c:v>
                </c:pt>
                <c:pt idx="1">
                  <c:v>礼仪</c:v>
                </c:pt>
                <c:pt idx="2">
                  <c:v>效率</c:v>
                </c:pt>
                <c:pt idx="3">
                  <c:v>演出</c:v>
                </c:pt>
                <c:pt idx="4">
                  <c:v>包容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88</c:v>
                </c:pt>
                <c:pt idx="1">
                  <c:v>54</c:v>
                </c:pt>
                <c:pt idx="2">
                  <c:v>38</c:v>
                </c:pt>
                <c:pt idx="3">
                  <c:v>24</c:v>
                </c:pt>
                <c:pt idx="4">
                  <c:v>12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72F4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DE5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CM/TR</c:v>
          </c:tx>
          <c:spPr>
            <a:solidFill xmlns:a="http://schemas.openxmlformats.org/drawingml/2006/main">
              <a:srgbClr val="146D7B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安全</c:v>
                </c:pt>
                <c:pt idx="1">
                  <c:v>礼仪</c:v>
                </c:pt>
                <c:pt idx="2">
                  <c:v>效率</c:v>
                </c:pt>
                <c:pt idx="3">
                  <c:v>演出</c:v>
                </c:pt>
                <c:pt idx="4">
                  <c:v>包容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88</c:v>
                </c:pt>
                <c:pt idx="1">
                  <c:v>54</c:v>
                </c:pt>
                <c:pt idx="2">
                  <c:v>38</c:v>
                </c:pt>
                <c:pt idx="3">
                  <c:v>24</c:v>
                </c:pt>
                <c:pt idx="4">
                  <c:v>12</c:v>
                </c:pt>
              </c:numCache>
            </c:numRef>
          </c:val>
        </c:ser>
        <c:ser>
          <c:idx val="1"/>
          <c:order val="1"/>
          <c:tx>
            <c:v>LEAD/其他</c:v>
          </c:tx>
          <c:spPr>
            <a:solidFill xmlns:a="http://schemas.openxmlformats.org/drawingml/2006/main">
              <a:srgbClr val="94ABB8"/>
            </a:solidFill>
          </c:spPr>
          <c:invertIfNegative val="0"/>
          <c:cat>
            <c:strRef>
              <c:f>'Chart Data'!$C$2:$C$6</c:f>
              <c:strCache>
                <c:ptCount val="5"/>
                <c:pt idx="0">
                  <c:v>安全</c:v>
                </c:pt>
                <c:pt idx="1">
                  <c:v>礼仪</c:v>
                </c:pt>
                <c:pt idx="2">
                  <c:v>效率</c:v>
                </c:pt>
                <c:pt idx="3">
                  <c:v>演出</c:v>
                </c:pt>
                <c:pt idx="4">
                  <c:v>包容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4</c:v>
                </c:pt>
                <c:pt idx="1">
                  <c:v>6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72F4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DE5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CM/TR</c:v>
          </c:tx>
          <c:spPr>
            <a:solidFill xmlns:a="http://schemas.openxmlformats.org/drawingml/2006/main">
              <a:srgbClr val="146D7B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安全</c:v>
                </c:pt>
                <c:pt idx="1">
                  <c:v>礼仪</c:v>
                </c:pt>
                <c:pt idx="2">
                  <c:v>效率</c:v>
                </c:pt>
                <c:pt idx="3">
                  <c:v>演出</c:v>
                </c:pt>
                <c:pt idx="4">
                  <c:v>包容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88</c:v>
                </c:pt>
                <c:pt idx="1">
                  <c:v>54</c:v>
                </c:pt>
                <c:pt idx="2">
                  <c:v>38</c:v>
                </c:pt>
                <c:pt idx="3">
                  <c:v>24</c:v>
                </c:pt>
                <c:pt idx="4">
                  <c:v>12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72F4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DE5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认可率</c:v>
          </c:tx>
          <c:spPr>
            <a:solidFill xmlns:a="http://schemas.openxmlformats.org/drawingml/2006/main">
              <a:srgbClr val="146D7B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2026-07</c:v>
                </c:pt>
                <c:pt idx="1">
                  <c:v>2026-08</c:v>
                </c:pt>
                <c:pt idx="2">
                  <c:v>2026-09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95</c:v>
                </c:pt>
                <c:pt idx="1">
                  <c:v>110</c:v>
                </c:pt>
                <c:pt idx="2">
                  <c:v>120</c:v>
                </c:pt>
              </c:numCache>
            </c:numRef>
          </c:val>
        </c:ser>
        <c:dLbls>
          <c:numFmt formatCode="0.##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72F4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DE5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认可率</c:v>
          </c:tx>
          <c:spPr>
            <a:solidFill xmlns:a="http://schemas.openxmlformats.org/drawingml/2006/main">
              <a:srgbClr val="146D7B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2026-07</c:v>
                </c:pt>
                <c:pt idx="1">
                  <c:v>2026-08</c:v>
                </c:pt>
                <c:pt idx="2">
                  <c:v>2026-09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95</c:v>
                </c:pt>
                <c:pt idx="1">
                  <c:v>110</c:v>
                </c:pt>
                <c:pt idx="2">
                  <c:v>120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F4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DE5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CM/TR</c:v>
          </c:tx>
          <c:spPr>
            <a:solidFill xmlns:a="http://schemas.openxmlformats.org/drawingml/2006/main">
              <a:srgbClr val="146D7B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安全</c:v>
                </c:pt>
                <c:pt idx="1">
                  <c:v>礼仪</c:v>
                </c:pt>
                <c:pt idx="2">
                  <c:v>效率</c:v>
                </c:pt>
                <c:pt idx="3">
                  <c:v>演出</c:v>
                </c:pt>
                <c:pt idx="4">
                  <c:v>包容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88</c:v>
                </c:pt>
                <c:pt idx="1">
                  <c:v>54</c:v>
                </c:pt>
                <c:pt idx="2">
                  <c:v>38</c:v>
                </c:pt>
                <c:pt idx="3">
                  <c:v>24</c:v>
                </c:pt>
                <c:pt idx="4">
                  <c:v>12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72F41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DE5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F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layout-key">
            <a:extLst xmlns:a="http://schemas.openxmlformats.org/drawingml/2006/main">
              <a:ext uri="{FF2B5EF4-FFF2-40B4-BE49-F238E27FC236}">
                <a16:creationId xmlns:a16="http://schemas.microsoft.com/office/drawing/2014/main" id="{7F749888-5469-407C-A031-3FD9A049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cover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7C01F90-1178-4FCB-9CCA-B1C78548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D1000A33-23AA-4A1A-A0CE-E6181407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4A519A-C4C1-404E-BE86-F16B9767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334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团队运营月报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24BD9CA-DBAC-44A9-B8BE-A969E224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C12F020C-9E4E-4C77-9788-D4D455C2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rule-1">
            <a:extLst xmlns:a="http://schemas.openxmlformats.org/drawingml/2006/main">
              <a:ext uri="{FF2B5EF4-FFF2-40B4-BE49-F238E27FC236}">
                <a16:creationId xmlns:a16="http://schemas.microsoft.com/office/drawing/2014/main" id="{2F2E040B-E7C5-4C16-8294-74315A64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F809708-155E-4E4E-8CA9-A76055CA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366AB535-8AA8-4D21-A3BD-402027B7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6F926-6397-4369-A055-A2B6E5311B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4040707044aa1"/>
          <a:stretch xmlns:a="http://schemas.openxmlformats.org/drawingml/2006/main"/>
        </p:blipFill>
        <p:spPr>
          <a:xfrm xmlns:a="http://schemas.openxmlformats.org/drawingml/2006/main">
            <a:off x="609600" y="3714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093F02F3-0055-4648-968A-F7CC8E64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00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FZ团队工作台</a:t>
            </a:r>
          </a:p>
        </p:txBody>
      </p:sp>
      <p:sp>
        <p:nvSpPr>
          <p:cNvPr id="12" name="scope">
            <a:extLst xmlns:a="http://schemas.openxmlformats.org/drawingml/2006/main">
              <a:ext uri="{FF2B5EF4-FFF2-40B4-BE49-F238E27FC236}">
                <a16:creationId xmlns:a16="http://schemas.microsoft.com/office/drawing/2014/main" id="{525F1D33-BA28-4D31-977F-A1ADB791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rPr>
              <a:t>报告范围</a:t>
            </a:r>
          </a:p>
        </p:txBody>
      </p:sp>
      <p:sp>
        <p:nvSpPr>
          <p:cNvPr id="13" name="status">
            <a:extLst xmlns:a="http://schemas.openxmlformats.org/drawingml/2006/main">
              <a:ext uri="{FF2B5EF4-FFF2-40B4-BE49-F238E27FC236}">
                <a16:creationId xmlns:a16="http://schemas.microsoft.com/office/drawing/2014/main" id="{7DA88331-67A8-49A7-A47E-64BE440A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rPr>
              <a:t>已月结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955B9-149F-4E7F-A378-3F5C9DA42F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81044ccea49f0"/>
          <a:stretch xmlns:a="http://schemas.openxmlformats.org/drawingml/2006/main"/>
        </p:blipFill>
        <p:spPr>
          <a:xfrm xmlns:a="http://schemas.openxmlformats.org/drawingml/2006/main">
            <a:off x="6248400" y="1895475"/>
            <a:ext cx="5334000" cy="3000375"/>
          </a:xfrm>
          <a:prstGeom xmlns:a="http://schemas.openxmlformats.org/drawingml/2006/main" prst="rect">
            <a:avLst/>
          </a:prstGeom>
        </p:spPr>
      </p:pic>
      <p:sp>
        <p:nvSpPr>
          <p:cNvPr id="15" name="illustration-label">
            <a:extLst xmlns:a="http://schemas.openxmlformats.org/drawingml/2006/main">
              <a:ext uri="{FF2B5EF4-FFF2-40B4-BE49-F238E27FC236}">
                <a16:creationId xmlns:a16="http://schemas.microsoft.com/office/drawing/2014/main" id="{F866F7D7-92A9-4AC8-B31E-8F176748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86350"/>
            <a:ext cx="533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rPr>
              <a:t>视觉示意图，非真实活动照片</a:t>
            </a:r>
          </a:p>
        </p:txBody>
      </p:sp>
    </p:spTree>
    <p:extLst>
      <p:ext uri="{BB962C8B-B14F-4D97-AF65-F5344CB8AC3E}">
        <p14:creationId xmlns:p14="http://schemas.microsoft.com/office/powerpoint/2010/main" val="15103068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layout-key">
            <a:extLst xmlns:a="http://schemas.openxmlformats.org/drawingml/2006/main">
              <a:ext uri="{FF2B5EF4-FFF2-40B4-BE49-F238E27FC236}">
                <a16:creationId xmlns:a16="http://schemas.microsoft.com/office/drawing/2014/main" id="{14830F2F-CA5A-4D98-A3A1-D230CC31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overview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4B763FF-1371-4B02-B847-8CDDFD45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0061D2C7-2240-455D-AF5D-F0C17DA0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16E2D25-2F95-4839-8EDB-377371C0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月度概览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3116F06-45C8-44A2-89FD-1C26402A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244AE840-645A-43BA-99AC-86FF47D3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2">
            <a:extLst xmlns:a="http://schemas.openxmlformats.org/drawingml/2006/main">
              <a:ext uri="{FF2B5EF4-FFF2-40B4-BE49-F238E27FC236}">
                <a16:creationId xmlns:a16="http://schemas.microsoft.com/office/drawing/2014/main" id="{92AB871C-A363-4CCC-9F14-0D5376BC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0F51C5D-2005-40B6-82E9-CDEA7E66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60F17795-7CA7-49DF-B924-F6DF5282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hero">
            <a:extLst xmlns:a="http://schemas.openxmlformats.org/drawingml/2006/main">
              <a:ext uri="{FF2B5EF4-FFF2-40B4-BE49-F238E27FC236}">
                <a16:creationId xmlns:a16="http://schemas.microsoft.com/office/drawing/2014/main" id="{54FE88AE-216C-4D60-B164-F5131CD8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86025"/>
            <a:ext cx="266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00" b="1">
                <a:solidFill>
                  <a:srgbClr val="146D7B"/>
                </a:solidFill>
                <a:latin typeface="Arial"/>
                <a:ea typeface="Arial"/>
                <a:cs typeface="Arial"/>
              </a:defRPr>
            </a:defPPr>
            <a:lvl1pPr algn="l">
              <a:defRPr sz="6700" b="1">
                <a:solidFill>
                  <a:srgbClr val="146D7B"/>
                </a:solidFill>
                <a:latin typeface="Arial"/>
                <a:ea typeface="Arial"/>
                <a:cs typeface="Arial"/>
              </a:defRPr>
            </a:lvl1pPr>
            <a:lvl2pPr algn="l">
              <a:defRPr sz="6700" b="1">
                <a:solidFill>
                  <a:srgbClr val="146D7B"/>
                </a:solidFill>
                <a:latin typeface="Arial"/>
                <a:ea typeface="Arial"/>
                <a:cs typeface="Arial"/>
              </a:defRPr>
            </a:lvl2pPr>
            <a:lvl3pPr algn="l">
              <a:defRPr sz="6700" b="1">
                <a:solidFill>
                  <a:srgbClr val="146D7B"/>
                </a:solidFill>
                <a:latin typeface="Arial"/>
                <a:ea typeface="Arial"/>
                <a:cs typeface="Arial"/>
              </a:defRPr>
            </a:lvl3pPr>
            <a:lvl4pPr algn="l">
              <a:defRPr sz="6700" b="1">
                <a:solidFill>
                  <a:srgbClr val="146D7B"/>
                </a:solidFill>
                <a:latin typeface="Arial"/>
                <a:ea typeface="Arial"/>
                <a:cs typeface="Arial"/>
              </a:defRPr>
            </a:lvl4pPr>
            <a:lvl5pPr algn="l">
              <a:defRPr sz="6700" b="1">
                <a:solidFill>
                  <a:srgbClr val="146D7B"/>
                </a:solidFill>
                <a:latin typeface="Arial"/>
                <a:ea typeface="Arial"/>
                <a:cs typeface="Arial"/>
              </a:defRPr>
            </a:lvl5pPr>
            <a:lvl6pPr algn="l">
              <a:defRPr sz="6700" b="1">
                <a:solidFill>
                  <a:srgbClr val="146D7B"/>
                </a:solidFill>
                <a:latin typeface="Arial"/>
                <a:ea typeface="Arial"/>
                <a:cs typeface="Arial"/>
              </a:defRPr>
            </a:lvl6pPr>
            <a:lvl7pPr algn="l">
              <a:defRPr sz="6700" b="1">
                <a:solidFill>
                  <a:srgbClr val="146D7B"/>
                </a:solidFill>
                <a:latin typeface="Arial"/>
                <a:ea typeface="Arial"/>
                <a:cs typeface="Arial"/>
              </a:defRPr>
            </a:lvl7pPr>
            <a:lvl8pPr algn="l">
              <a:defRPr sz="6700" b="1">
                <a:solidFill>
                  <a:srgbClr val="146D7B"/>
                </a:solidFill>
                <a:latin typeface="Arial"/>
                <a:ea typeface="Arial"/>
                <a:cs typeface="Arial"/>
              </a:defRPr>
            </a:lvl8pPr>
            <a:lvl9pPr algn="l">
              <a:defRPr sz="6700" b="1">
                <a:solidFill>
                  <a:srgbClr val="146D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700" b="1">
                <a:solidFill>
                  <a:srgbClr val="146D7B"/>
                </a:solidFill>
                <a:latin typeface="Arial"/>
                <a:ea typeface="Arial"/>
                <a:cs typeface="Arial"/>
              </a:defRPr>
            </a:pPr>
            <a:r>
              <a:rPr sz="6700" b="1">
                <a:solidFill>
                  <a:srgbClr val="146D7B"/>
                </a:solidFill>
                <a:latin typeface="Arial"/>
                <a:ea typeface="Arial"/>
                <a:cs typeface="Arial"/>
              </a:rPr>
              <a:t>216</a:t>
            </a:r>
          </a:p>
        </p:txBody>
      </p:sp>
      <p:sp>
        <p:nvSpPr>
          <p:cNvPr id="11" name="hero-label">
            <a:extLst xmlns:a="http://schemas.openxmlformats.org/drawingml/2006/main">
              <a:ext uri="{FF2B5EF4-FFF2-40B4-BE49-F238E27FC236}">
                <a16:creationId xmlns:a16="http://schemas.microsoft.com/office/drawing/2014/main" id="{51D1D12C-7D79-4B27-8C97-422B91B3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9570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确认认可次数</a:t>
            </a:r>
          </a:p>
        </p:txBody>
      </p:sp>
      <p:sp>
        <p:nvSpPr>
          <p:cNvPr id="12" name="metrics">
            <a:extLst xmlns:a="http://schemas.openxmlformats.org/drawingml/2006/main">
              <a:ext uri="{FF2B5EF4-FFF2-40B4-BE49-F238E27FC236}">
                <a16:creationId xmlns:a16="http://schemas.microsoft.com/office/drawing/2014/main" id="{8891A3CE-EE2C-428C-97D7-5DAE7D7E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24350"/>
            <a:ext cx="29527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180 人</a:t>
            </a:r>
          </a:p>
          <a:p xmlns:a="http://schemas.openxmlformats.org/drawingml/2006/main">
            <a:pPr algn="l">
              <a:defRPr sz="2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14 条有效减分</a:t>
            </a:r>
          </a:p>
          <a:p xmlns:a="http://schemas.openxmlformats.org/drawingml/2006/main">
            <a:pPr algn="l">
              <a:defRPr sz="2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认可率120%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923B18FB-AD16-426A-BA90-A11DCFA47795}"/>
              </a:ext>
            </a:extLst>
          </p:cNvPr>
          <p:cNvGraphicFramePr/>
          <p:nvPr/>
        </p:nvGraphicFramePr>
        <p:xfrm>
          <a:off xmlns:a="http://schemas.openxmlformats.org/drawingml/2006/main" x="4752975" y="2543175"/>
          <a:ext xmlns:a="http://schemas.openxmlformats.org/drawingml/2006/main" cx="676275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a324ec613d444f"/>
          </a:graphicData>
        </a:graphic>
      </p:graphicFrame>
    </p:spTree>
    <p:extLst>
      <p:ext uri="{BB962C8B-B14F-4D97-AF65-F5344CB8AC3E}">
        <p14:creationId xmlns:p14="http://schemas.microsoft.com/office/powerpoint/2010/main" val="16612475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B8D42CD6-1AE6-45BB-AE5C-F86489AF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classification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17CD10C-4E89-47D3-849F-FA3326C9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C3FD49E6-A889-406A-8A73-FC8B895B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879791-863B-4814-804B-66D83EF5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分类统计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52F6E1E6-29D1-4C41-8E45-72720183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F1E293A0-CEE2-4A33-B96F-C019E5A4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3">
            <a:extLst xmlns:a="http://schemas.openxmlformats.org/drawingml/2006/main">
              <a:ext uri="{FF2B5EF4-FFF2-40B4-BE49-F238E27FC236}">
                <a16:creationId xmlns:a16="http://schemas.microsoft.com/office/drawing/2014/main" id="{027AFCA1-DF95-4DE3-AC32-5001B706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0877324-70EC-4F11-BC90-486B9EF7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E35B2B0B-A6B5-4416-9D41-0E1AE98C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1923D377-E0F3-41AB-81D3-706EB70523FA}"/>
              </a:ext>
            </a:extLst>
          </p:cNvPr>
          <p:cNvGraphicFramePr/>
          <p:nvPr/>
        </p:nvGraphicFramePr>
        <p:xfrm>
          <a:off xmlns:a="http://schemas.openxmlformats.org/drawingml/2006/main" x="495300" y="2390775"/>
          <a:ext xmlns:a="http://schemas.openxmlformats.org/drawingml/2006/main" cx="11068050" cy="3324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b1508d68574e4b"/>
          </a:graphicData>
        </a:graphic>
      </p:graphicFrame>
    </p:spTree>
    <p:extLst>
      <p:ext uri="{BB962C8B-B14F-4D97-AF65-F5344CB8AC3E}">
        <p14:creationId xmlns:p14="http://schemas.microsoft.com/office/powerpoint/2010/main" val="11397754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1B8E839D-8DD5-4863-8BBE-B0A71031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table4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9A322B4-91A1-4A05-B636-A8165629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5689104A-1D19-42C6-9D62-C69F7F8A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B7B458-3436-4C5E-B7F0-C1CB840C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数据明细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68A8D62-6108-4513-A2D3-EEC3AE87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B5C9E6C4-1F24-40A3-AC8D-36DEE57C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4">
            <a:extLst xmlns:a="http://schemas.openxmlformats.org/drawingml/2006/main">
              <a:ext uri="{FF2B5EF4-FFF2-40B4-BE49-F238E27FC236}">
                <a16:creationId xmlns:a16="http://schemas.microsoft.com/office/drawing/2014/main" id="{0B40722F-EC20-4861-AF65-88816D19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975A235B-C9E6-431A-8AD8-EC2CEE5E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2B13BBBE-7AED-4678-8380-6BF8A512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7E73D-4152-432E-B7F1-0E7F9DD7A10C}"/>
              </a:ext>
            </a:extLst>
          </p:cNvPr>
          <p:cNvGraphicFramePr/>
          <p:nvPr/>
        </p:nvGraphicFramePr>
        <p:xfrm>
          <a:off xmlns:a="http://schemas.openxmlformats.org/drawingml/2006/main" x="609600" y="2447925"/>
          <a:ext xmlns:a="http://schemas.openxmlformats.org/drawingml/2006/main" cx="10972800" cy="1104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047750"/>
                <a:gridCol w="5048250"/>
                <a:gridCol w="2190750"/>
                <a:gridCol w="2686050"/>
              </a:tblGrid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4727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4727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4727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400" b="1">
                          <a:solidFill>
                            <a:srgbClr val="64727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DE5EA"/>
                    </a:solidFill>
                  </a:tcPr>
                </a:tc>
              </a:tr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172F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50653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7365FBF5-FB6C-41DD-B671-3AB0C65A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table5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AD6C06C-BBA6-49BC-9D2D-0987017B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07AA0193-0A99-4224-B8B3-11E4D4F6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47FC62-809C-4AE4-9EB6-5B4F7FE7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数据明细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AC7FF68-B78A-4AD9-81DE-1BD15BDD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7499C8CB-C71D-4469-B637-B2777537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5">
            <a:extLst xmlns:a="http://schemas.openxmlformats.org/drawingml/2006/main">
              <a:ext uri="{FF2B5EF4-FFF2-40B4-BE49-F238E27FC236}">
                <a16:creationId xmlns:a16="http://schemas.microsoft.com/office/drawing/2014/main" id="{77DF3F5B-7F0E-449D-93D3-820F807F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13B813A-3BA8-430A-A82B-AB910C35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840454B8-412D-4682-B76B-3EE7156C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BA3D4-ED3E-4140-8D6F-E376C2160582}"/>
              </a:ext>
            </a:extLst>
          </p:cNvPr>
          <p:cNvGraphicFramePr/>
          <p:nvPr/>
        </p:nvGraphicFramePr>
        <p:xfrm>
          <a:off xmlns:a="http://schemas.openxmlformats.org/drawingml/2006/main" x="609600" y="2447925"/>
          <a:ext xmlns:a="http://schemas.openxmlformats.org/drawingml/2006/main" cx="10972800" cy="1104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62000"/>
                <a:gridCol w="3333750"/>
                <a:gridCol w="3333750"/>
                <a:gridCol w="1524000"/>
                <a:gridCol w="2019300"/>
              </a:tblGrid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4727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4727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4727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4727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400" b="1">
                          <a:solidFill>
                            <a:srgbClr val="64727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DE5EA"/>
                    </a:solidFill>
                  </a:tcPr>
                </a:tc>
              </a:tr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172F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7352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91086963-1487-4731-A4AF-0EE184E4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table7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80BD8E4-DBDA-4EA6-8432-0E4C15E0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B7C65F6D-2BF7-4F1D-A946-AAA31928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45721C-2940-4E70-A412-9C0C806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数据明细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FB4C56C7-0231-435D-A263-25C1B28E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264A568C-8E6C-4917-9BC0-9440A839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6">
            <a:extLst xmlns:a="http://schemas.openxmlformats.org/drawingml/2006/main">
              <a:ext uri="{FF2B5EF4-FFF2-40B4-BE49-F238E27FC236}">
                <a16:creationId xmlns:a16="http://schemas.microsoft.com/office/drawing/2014/main" id="{D1992FDF-EC28-4A8A-A778-91E007E2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DAEEDC6-8F65-4645-9D8C-3862D939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6409FF0A-CEAD-41C5-8CEE-2DE98A37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F0864-C8DE-4C5A-9ED4-82544443F2E1}"/>
              </a:ext>
            </a:extLst>
          </p:cNvPr>
          <p:cNvGraphicFramePr/>
          <p:nvPr/>
        </p:nvGraphicFramePr>
        <p:xfrm>
          <a:off xmlns:a="http://schemas.openxmlformats.org/drawingml/2006/main" x="609600" y="2447925"/>
          <a:ext xmlns:a="http://schemas.openxmlformats.org/drawingml/2006/main" cx="10972800" cy="1104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14375"/>
                <a:gridCol w="2524125"/>
                <a:gridCol w="1333500"/>
                <a:gridCol w="1476375"/>
                <a:gridCol w="1476375"/>
                <a:gridCol w="1476375"/>
                <a:gridCol w="1971675"/>
              </a:tblGrid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4727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4727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4727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4727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4727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4727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400" b="1">
                          <a:solidFill>
                            <a:srgbClr val="64727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DE5EA"/>
                    </a:solidFill>
                  </a:tcPr>
                </a:tc>
              </a:tr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172F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7451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3B50E850-550C-4851-8944-8ABC21F5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group-chart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63E0668-36DC-48B2-8A5B-EC72475F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C7539DCD-9D60-4941-BAC1-CC42F46B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2B98C7-3CA2-460D-8945-F4B53D75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小组分排名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A454BEBD-3DF2-4F4B-AAEC-2BD5B223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2CEF51B0-4E1F-4B13-87E2-665FED21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7">
            <a:extLst xmlns:a="http://schemas.openxmlformats.org/drawingml/2006/main">
              <a:ext uri="{FF2B5EF4-FFF2-40B4-BE49-F238E27FC236}">
                <a16:creationId xmlns:a16="http://schemas.microsoft.com/office/drawing/2014/main" id="{54508F32-045F-48EC-97E6-5691AB9E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C80C307-E0D2-4E62-869D-C0DD0B81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03DF0075-D6C4-4F7B-97C3-A1DABC29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FCF6EEB6-552A-4DBC-8620-A7B1D47F9D66}"/>
              </a:ext>
            </a:extLst>
          </p:cNvPr>
          <p:cNvGraphicFramePr/>
          <p:nvPr/>
        </p:nvGraphicFramePr>
        <p:xfrm>
          <a:off xmlns:a="http://schemas.openxmlformats.org/drawingml/2006/main" x="495300" y="2390775"/>
          <a:ext xmlns:a="http://schemas.openxmlformats.org/drawingml/2006/main" cx="11068050" cy="3324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6e573187c847ca"/>
          </a:graphicData>
        </a:graphic>
      </p:graphicFrame>
    </p:spTree>
    <p:extLst>
      <p:ext uri="{BB962C8B-B14F-4D97-AF65-F5344CB8AC3E}">
        <p14:creationId xmlns:p14="http://schemas.microsoft.com/office/powerpoint/2010/main" val="6000529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182E6F4A-E45E-4982-A3EA-82B23290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trend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46242A3-3B87-4A7D-80EE-1FFA48A4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75597C7E-18EE-4FB8-9638-5157947C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268165-CD4F-43FE-826D-25020135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认可率趋势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16D5F30A-998A-4187-8858-045CBA16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52A805E8-5391-4825-96B8-D3940F2D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8">
            <a:extLst xmlns:a="http://schemas.openxmlformats.org/drawingml/2006/main">
              <a:ext uri="{FF2B5EF4-FFF2-40B4-BE49-F238E27FC236}">
                <a16:creationId xmlns:a16="http://schemas.microsoft.com/office/drawing/2014/main" id="{323C7CB4-6BA0-4A23-BBBE-36DA2461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2BAC5C9-B6C5-4F88-8F06-63C699CC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488B3E9D-E0D3-466A-AEE0-CB6349FA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511F2ADF-DC87-4D8F-87AF-4D4255FB96D7}"/>
              </a:ext>
            </a:extLst>
          </p:cNvPr>
          <p:cNvGraphicFramePr/>
          <p:nvPr/>
        </p:nvGraphicFramePr>
        <p:xfrm>
          <a:off xmlns:a="http://schemas.openxmlformats.org/drawingml/2006/main" x="581025" y="2447925"/>
          <a:ext xmlns:a="http://schemas.openxmlformats.org/drawingml/2006/main" cx="10906125" cy="3267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fe7ffe31c743d0"/>
          </a:graphicData>
        </a:graphic>
      </p:graphicFrame>
    </p:spTree>
    <p:extLst>
      <p:ext uri="{BB962C8B-B14F-4D97-AF65-F5344CB8AC3E}">
        <p14:creationId xmlns:p14="http://schemas.microsoft.com/office/powerpoint/2010/main" val="19683607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ayout-key">
            <a:extLst xmlns:a="http://schemas.openxmlformats.org/drawingml/2006/main">
              <a:ext uri="{FF2B5EF4-FFF2-40B4-BE49-F238E27FC236}">
                <a16:creationId xmlns:a16="http://schemas.microsoft.com/office/drawing/2014/main" id="{0713C927-0E10-43F7-B7E8-D1A468CD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photo1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174A374-0EDE-439E-B00E-369A602D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5388CB48-FEEF-4EBD-9197-54E4B486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F6C7D9C-18E0-4F96-A661-338F1C16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团队活动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238EEA3-CCC9-4D7D-A080-16E6D8C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31C1ECF2-422D-4732-9517-4BFC78C7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9">
            <a:extLst xmlns:a="http://schemas.openxmlformats.org/drawingml/2006/main">
              <a:ext uri="{FF2B5EF4-FFF2-40B4-BE49-F238E27FC236}">
                <a16:creationId xmlns:a16="http://schemas.microsoft.com/office/drawing/2014/main" id="{269D59F0-7B7A-49B4-BF52-50C5994A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2A6966E-82AB-44C4-BF3F-537ED4F6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74B10092-E8C2-4076-A115-35DD72DF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photo-slot-0">
            <a:extLst xmlns:a="http://schemas.openxmlformats.org/drawingml/2006/main">
              <a:ext uri="{FF2B5EF4-FFF2-40B4-BE49-F238E27FC236}">
                <a16:creationId xmlns:a16="http://schemas.microsoft.com/office/drawing/2014/main" id="{F4097DDB-9BC3-4D66-B574-CE01EFAB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7810500" cy="3324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photo-side">
            <a:extLst xmlns:a="http://schemas.openxmlformats.org/drawingml/2006/main">
              <a:ext uri="{FF2B5EF4-FFF2-40B4-BE49-F238E27FC236}">
                <a16:creationId xmlns:a16="http://schemas.microsoft.com/office/drawing/2014/main" id="{B5ADF2B7-75C6-4377-8F5C-17745BBC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19375"/>
            <a:ext cx="2667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活动记录</a:t>
            </a:r>
          </a:p>
        </p:txBody>
      </p:sp>
    </p:spTree>
    <p:extLst>
      <p:ext uri="{BB962C8B-B14F-4D97-AF65-F5344CB8AC3E}">
        <p14:creationId xmlns:p14="http://schemas.microsoft.com/office/powerpoint/2010/main" val="3258233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ayout-key">
            <a:extLst xmlns:a="http://schemas.openxmlformats.org/drawingml/2006/main">
              <a:ext uri="{FF2B5EF4-FFF2-40B4-BE49-F238E27FC236}">
                <a16:creationId xmlns:a16="http://schemas.microsoft.com/office/drawing/2014/main" id="{1DC41C3D-49E9-4FAA-93B3-305AF2F3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photo2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3C3914E-C2D0-4EE8-AA4D-2E3ED925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6BBC6ADC-55C1-498F-8CC6-FE16D9E2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ABC794-39E6-4CA4-9B99-AFC64EE5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团队活动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549ED5B1-80A2-4B3A-A2C9-FF8DA503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8A24ECF3-C4A8-4489-B11C-199D942C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10">
            <a:extLst xmlns:a="http://schemas.openxmlformats.org/drawingml/2006/main">
              <a:ext uri="{FF2B5EF4-FFF2-40B4-BE49-F238E27FC236}">
                <a16:creationId xmlns:a16="http://schemas.microsoft.com/office/drawing/2014/main" id="{08431717-EE83-46F8-8CB9-A41F0D2A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51536CB-23F0-4B89-8756-649B5AB1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18B7D5E1-3C52-4B61-A1A6-C679B0FB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photo-slot-0">
            <a:extLst xmlns:a="http://schemas.openxmlformats.org/drawingml/2006/main">
              <a:ext uri="{FF2B5EF4-FFF2-40B4-BE49-F238E27FC236}">
                <a16:creationId xmlns:a16="http://schemas.microsoft.com/office/drawing/2014/main" id="{2C770E51-146C-4A76-B45F-6CCAC3EB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5314950" cy="298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photo-slot-1">
            <a:extLst xmlns:a="http://schemas.openxmlformats.org/drawingml/2006/main">
              <a:ext uri="{FF2B5EF4-FFF2-40B4-BE49-F238E27FC236}">
                <a16:creationId xmlns:a16="http://schemas.microsoft.com/office/drawing/2014/main" id="{998DA1CB-2170-4F01-8103-2E7B6E39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95550"/>
            <a:ext cx="5314950" cy="298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245041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layout-key">
            <a:extLst xmlns:a="http://schemas.openxmlformats.org/drawingml/2006/main">
              <a:ext uri="{FF2B5EF4-FFF2-40B4-BE49-F238E27FC236}">
                <a16:creationId xmlns:a16="http://schemas.microsoft.com/office/drawing/2014/main" id="{70B8D1AE-CFC6-4A41-8B64-69C300E5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photo4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513EE78-EDE3-47D8-B95A-AAE3E58B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80C786E4-D1B0-476B-A482-7064205E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FA29B4D-6C8D-4A43-A328-FA79805E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团队活动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8CF4DE33-8973-43A2-BB37-165B6BD8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08FCC55C-6C7F-468B-A0EF-AE40E762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11">
            <a:extLst xmlns:a="http://schemas.openxmlformats.org/drawingml/2006/main">
              <a:ext uri="{FF2B5EF4-FFF2-40B4-BE49-F238E27FC236}">
                <a16:creationId xmlns:a16="http://schemas.microsoft.com/office/drawing/2014/main" id="{505091D5-AD00-4AC8-A884-B0ACD7D5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4D4E286-5840-43BA-81D1-7C75C82B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7BC739A6-E558-41FD-BA7D-2AE6056F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photo-slot-0">
            <a:extLst xmlns:a="http://schemas.openxmlformats.org/drawingml/2006/main">
              <a:ext uri="{FF2B5EF4-FFF2-40B4-BE49-F238E27FC236}">
                <a16:creationId xmlns:a16="http://schemas.microsoft.com/office/drawing/2014/main" id="{CA87D815-30EA-41F4-AB85-2951CAD6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3149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photo-slot-1">
            <a:extLst xmlns:a="http://schemas.openxmlformats.org/drawingml/2006/main">
              <a:ext uri="{FF2B5EF4-FFF2-40B4-BE49-F238E27FC236}">
                <a16:creationId xmlns:a16="http://schemas.microsoft.com/office/drawing/2014/main" id="{679D128A-9844-4A1B-8971-F15743F7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53149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photo-slot-2">
            <a:extLst xmlns:a="http://schemas.openxmlformats.org/drawingml/2006/main">
              <a:ext uri="{FF2B5EF4-FFF2-40B4-BE49-F238E27FC236}">
                <a16:creationId xmlns:a16="http://schemas.microsoft.com/office/drawing/2014/main" id="{B9BE7431-AFE5-43C0-88D4-6367E0AF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3149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photo-slot-3">
            <a:extLst xmlns:a="http://schemas.openxmlformats.org/drawingml/2006/main">
              <a:ext uri="{FF2B5EF4-FFF2-40B4-BE49-F238E27FC236}">
                <a16:creationId xmlns:a16="http://schemas.microsoft.com/office/drawing/2014/main" id="{F7934CD2-274F-4E49-97F4-DB5625E8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62425"/>
            <a:ext cx="53149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150342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3AF43842-EFAF-464C-B5CD-FCB5459D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text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D2C0423-A648-4D5E-B8D3-1A951A58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1905CCF0-5FD4-40D1-9CEF-661659AA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5A05704-6B65-41FC-B5D4-03D78FF6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工作与规则说明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7CFCEE0-7B41-44F2-9FDF-EEC86FCB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1E42F638-A603-4A88-91CC-935792AD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12">
            <a:extLst xmlns:a="http://schemas.openxmlformats.org/drawingml/2006/main">
              <a:ext uri="{FF2B5EF4-FFF2-40B4-BE49-F238E27FC236}">
                <a16:creationId xmlns:a16="http://schemas.microsoft.com/office/drawing/2014/main" id="{05DDEDEA-1A07-4628-8641-325E7591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95F96AC-173C-4B93-8E74-56802D9B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51AF2713-610E-4C40-B404-C092B08A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C40FD89F-80F4-4A5E-A08A-7793471A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108585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正文内容</a:t>
            </a:r>
          </a:p>
        </p:txBody>
      </p:sp>
    </p:spTree>
    <p:extLst>
      <p:ext uri="{BB962C8B-B14F-4D97-AF65-F5344CB8AC3E}">
        <p14:creationId xmlns:p14="http://schemas.microsoft.com/office/powerpoint/2010/main" val="14622308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ayout-key">
            <a:extLst xmlns:a="http://schemas.openxmlformats.org/drawingml/2006/main">
              <a:ext uri="{FF2B5EF4-FFF2-40B4-BE49-F238E27FC236}">
                <a16:creationId xmlns:a16="http://schemas.microsoft.com/office/drawing/2014/main" id="{D572231E-568A-4361-90D1-449A29AD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closing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86600E68-A557-4EDC-B94C-F7BA15A4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CDC36154-E463-4112-8D6C-9B403162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F7E0A9-21B1-4D5A-B740-D623354B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月报结束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39F6CED-47FC-42EB-8148-6F8FD75E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A13F7DB5-9356-4D41-A322-677909ED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13">
            <a:extLst xmlns:a="http://schemas.openxmlformats.org/drawingml/2006/main">
              <a:ext uri="{FF2B5EF4-FFF2-40B4-BE49-F238E27FC236}">
                <a16:creationId xmlns:a16="http://schemas.microsoft.com/office/drawing/2014/main" id="{57275FAE-D0B6-4601-9348-0731E27A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BBC8370-D545-47F9-AAA0-429C1735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836CD93E-BA33-41A6-B983-26EDAEDC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closing-scope">
            <a:extLst xmlns:a="http://schemas.openxmlformats.org/drawingml/2006/main">
              <a:ext uri="{FF2B5EF4-FFF2-40B4-BE49-F238E27FC236}">
                <a16:creationId xmlns:a16="http://schemas.microsoft.com/office/drawing/2014/main" id="{072C9A08-0081-417D-B985-85B5BDA0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报告范围</a:t>
            </a:r>
          </a:p>
        </p:txBody>
      </p:sp>
      <p:sp>
        <p:nvSpPr>
          <p:cNvPr id="11" name="closing-status">
            <a:extLst xmlns:a="http://schemas.openxmlformats.org/drawingml/2006/main">
              <a:ext uri="{FF2B5EF4-FFF2-40B4-BE49-F238E27FC236}">
                <a16:creationId xmlns:a16="http://schemas.microsoft.com/office/drawing/2014/main" id="{D58D1ED0-D0FE-4382-A7BB-0AA93134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1076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已月结</a:t>
            </a:r>
          </a:p>
        </p:txBody>
      </p:sp>
    </p:spTree>
    <p:extLst>
      <p:ext uri="{BB962C8B-B14F-4D97-AF65-F5344CB8AC3E}">
        <p14:creationId xmlns:p14="http://schemas.microsoft.com/office/powerpoint/2010/main" val="1360560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layout-key">
            <a:extLst xmlns:a="http://schemas.openxmlformats.org/drawingml/2006/main">
              <a:ext uri="{FF2B5EF4-FFF2-40B4-BE49-F238E27FC236}">
                <a16:creationId xmlns:a16="http://schemas.microsoft.com/office/drawing/2014/main" id="{C3614FD3-6C42-4674-8BF4-E89EC024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group-editorial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03CA6BA-B488-4970-BF26-030ED512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C915ABE6-DC63-4A26-9DE7-3699A982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CA6A9C-1B20-4DC2-AB88-8AAA7E4B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小组积分一览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5DA76289-0269-4CF3-B343-63EF2410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1DCE40AD-038C-4AC9-906B-E2083FBE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14">
            <a:extLst xmlns:a="http://schemas.openxmlformats.org/drawingml/2006/main">
              <a:ext uri="{FF2B5EF4-FFF2-40B4-BE49-F238E27FC236}">
                <a16:creationId xmlns:a16="http://schemas.microsoft.com/office/drawing/2014/main" id="{270FF6E6-2948-420F-BB66-BA206EBD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AAE0923-E7D2-45B6-8A03-E2A3FAC4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7E4B4393-55A8-4C27-9120-548735C7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rule-15">
            <a:extLst xmlns:a="http://schemas.openxmlformats.org/drawingml/2006/main">
              <a:ext uri="{FF2B5EF4-FFF2-40B4-BE49-F238E27FC236}">
                <a16:creationId xmlns:a16="http://schemas.microsoft.com/office/drawing/2014/main" id="{6841CA02-C844-45BF-A454-74C5C200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11" name="group-order-0">
            <a:extLst xmlns:a="http://schemas.openxmlformats.org/drawingml/2006/main">
              <a:ext uri="{FF2B5EF4-FFF2-40B4-BE49-F238E27FC236}">
                <a16:creationId xmlns:a16="http://schemas.microsoft.com/office/drawing/2014/main" id="{DD74125C-C65C-47BF-A90A-E543FD3B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47925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group-name-0">
            <a:extLst xmlns:a="http://schemas.openxmlformats.org/drawingml/2006/main">
              <a:ext uri="{FF2B5EF4-FFF2-40B4-BE49-F238E27FC236}">
                <a16:creationId xmlns:a16="http://schemas.microsoft.com/office/drawing/2014/main" id="{36A8F3CC-4577-4023-9CF8-AB14AA12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小组</a:t>
            </a:r>
          </a:p>
        </p:txBody>
      </p:sp>
      <p:sp>
        <p:nvSpPr>
          <p:cNvPr id="13" name="group-score-0">
            <a:extLst xmlns:a="http://schemas.openxmlformats.org/drawingml/2006/main">
              <a:ext uri="{FF2B5EF4-FFF2-40B4-BE49-F238E27FC236}">
                <a16:creationId xmlns:a16="http://schemas.microsoft.com/office/drawing/2014/main" id="{2A2CBDC2-8AB6-4B91-91E4-3B19F1D0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671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F41"/>
                </a:solidFill>
                <a:latin typeface="Arial"/>
                <a:ea typeface="Arial"/>
                <a:cs typeface="Arial"/>
              </a:rPr>
              <a:t>8.60</a:t>
            </a:r>
          </a:p>
        </p:txBody>
      </p:sp>
      <p:sp>
        <p:nvSpPr>
          <p:cNvPr id="14" name="group-people-0">
            <a:extLst xmlns:a="http://schemas.openxmlformats.org/drawingml/2006/main">
              <a:ext uri="{FF2B5EF4-FFF2-40B4-BE49-F238E27FC236}">
                <a16:creationId xmlns:a16="http://schemas.microsoft.com/office/drawing/2014/main" id="{377D92F6-F424-497D-B506-9B7DE24B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00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26人</a:t>
            </a:r>
          </a:p>
        </p:txBody>
      </p:sp>
      <p:sp>
        <p:nvSpPr>
          <p:cNvPr id="15" name="rule-16">
            <a:extLst xmlns:a="http://schemas.openxmlformats.org/drawingml/2006/main">
              <a:ext uri="{FF2B5EF4-FFF2-40B4-BE49-F238E27FC236}">
                <a16:creationId xmlns:a16="http://schemas.microsoft.com/office/drawing/2014/main" id="{F1321A0E-6630-4CA3-B11D-05DFDE66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27647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16" name="group-order-1">
            <a:extLst xmlns:a="http://schemas.openxmlformats.org/drawingml/2006/main">
              <a:ext uri="{FF2B5EF4-FFF2-40B4-BE49-F238E27FC236}">
                <a16:creationId xmlns:a16="http://schemas.microsoft.com/office/drawing/2014/main" id="{30C00BC5-FF20-4377-9F8B-CB4DA56B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47925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group-name-1">
            <a:extLst xmlns:a="http://schemas.openxmlformats.org/drawingml/2006/main">
              <a:ext uri="{FF2B5EF4-FFF2-40B4-BE49-F238E27FC236}">
                <a16:creationId xmlns:a16="http://schemas.microsoft.com/office/drawing/2014/main" id="{66AB6E5E-DA84-49B9-9899-844E487F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6225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小组</a:t>
            </a:r>
          </a:p>
        </p:txBody>
      </p:sp>
      <p:sp>
        <p:nvSpPr>
          <p:cNvPr id="18" name="group-score-1">
            <a:extLst xmlns:a="http://schemas.openxmlformats.org/drawingml/2006/main">
              <a:ext uri="{FF2B5EF4-FFF2-40B4-BE49-F238E27FC236}">
                <a16:creationId xmlns:a16="http://schemas.microsoft.com/office/drawing/2014/main" id="{A4E2958C-DB60-42F6-AF36-52C07FA8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4671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F41"/>
                </a:solidFill>
                <a:latin typeface="Arial"/>
                <a:ea typeface="Arial"/>
                <a:cs typeface="Arial"/>
              </a:rPr>
              <a:t>8.60</a:t>
            </a:r>
          </a:p>
        </p:txBody>
      </p:sp>
      <p:sp>
        <p:nvSpPr>
          <p:cNvPr id="19" name="group-people-1">
            <a:extLst xmlns:a="http://schemas.openxmlformats.org/drawingml/2006/main">
              <a:ext uri="{FF2B5EF4-FFF2-40B4-BE49-F238E27FC236}">
                <a16:creationId xmlns:a16="http://schemas.microsoft.com/office/drawing/2014/main" id="{9BD81473-732F-433F-B044-B4C01F20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0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26人</a:t>
            </a:r>
          </a:p>
        </p:txBody>
      </p:sp>
      <p:sp>
        <p:nvSpPr>
          <p:cNvPr id="20" name="rule-17">
            <a:extLst xmlns:a="http://schemas.openxmlformats.org/drawingml/2006/main">
              <a:ext uri="{FF2B5EF4-FFF2-40B4-BE49-F238E27FC236}">
                <a16:creationId xmlns:a16="http://schemas.microsoft.com/office/drawing/2014/main" id="{FE5506AC-3A10-4614-B00E-CAC2CAB0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7647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21" name="group-order-2">
            <a:extLst xmlns:a="http://schemas.openxmlformats.org/drawingml/2006/main">
              <a:ext uri="{FF2B5EF4-FFF2-40B4-BE49-F238E27FC236}">
                <a16:creationId xmlns:a16="http://schemas.microsoft.com/office/drawing/2014/main" id="{F09CD50C-2775-480F-AE1C-41901E23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47925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group-name-2">
            <a:extLst xmlns:a="http://schemas.openxmlformats.org/drawingml/2006/main">
              <a:ext uri="{FF2B5EF4-FFF2-40B4-BE49-F238E27FC236}">
                <a16:creationId xmlns:a16="http://schemas.microsoft.com/office/drawing/2014/main" id="{EC785B5E-518C-486B-8FE5-61CE8BA7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76225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小组</a:t>
            </a:r>
          </a:p>
        </p:txBody>
      </p:sp>
      <p:sp>
        <p:nvSpPr>
          <p:cNvPr id="23" name="group-score-2">
            <a:extLst xmlns:a="http://schemas.openxmlformats.org/drawingml/2006/main">
              <a:ext uri="{FF2B5EF4-FFF2-40B4-BE49-F238E27FC236}">
                <a16:creationId xmlns:a16="http://schemas.microsoft.com/office/drawing/2014/main" id="{8AAC44DE-68FE-4844-A198-5CC1D60E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4671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F41"/>
                </a:solidFill>
                <a:latin typeface="Arial"/>
                <a:ea typeface="Arial"/>
                <a:cs typeface="Arial"/>
              </a:rPr>
              <a:t>8.60</a:t>
            </a:r>
          </a:p>
        </p:txBody>
      </p:sp>
      <p:sp>
        <p:nvSpPr>
          <p:cNvPr id="24" name="group-people-2">
            <a:extLst xmlns:a="http://schemas.openxmlformats.org/drawingml/2006/main">
              <a:ext uri="{FF2B5EF4-FFF2-40B4-BE49-F238E27FC236}">
                <a16:creationId xmlns:a16="http://schemas.microsoft.com/office/drawing/2014/main" id="{B4A03E0B-7F12-42F3-9853-FF768737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00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26人</a:t>
            </a:r>
          </a:p>
        </p:txBody>
      </p:sp>
      <p:sp>
        <p:nvSpPr>
          <p:cNvPr id="25" name="rule-18">
            <a:extLst xmlns:a="http://schemas.openxmlformats.org/drawingml/2006/main">
              <a:ext uri="{FF2B5EF4-FFF2-40B4-BE49-F238E27FC236}">
                <a16:creationId xmlns:a16="http://schemas.microsoft.com/office/drawing/2014/main" id="{1AE24F42-53F6-426A-8120-6F4A9118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338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26" name="group-order-3">
            <a:extLst xmlns:a="http://schemas.openxmlformats.org/drawingml/2006/main">
              <a:ext uri="{FF2B5EF4-FFF2-40B4-BE49-F238E27FC236}">
                <a16:creationId xmlns:a16="http://schemas.microsoft.com/office/drawing/2014/main" id="{38E97DF3-70F9-4AE8-86A4-722C5B8B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05275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7" name="group-name-3">
            <a:extLst xmlns:a="http://schemas.openxmlformats.org/drawingml/2006/main">
              <a:ext uri="{FF2B5EF4-FFF2-40B4-BE49-F238E27FC236}">
                <a16:creationId xmlns:a16="http://schemas.microsoft.com/office/drawing/2014/main" id="{8DAA8945-AA94-484E-A175-C14DEA1C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196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小组</a:t>
            </a:r>
          </a:p>
        </p:txBody>
      </p:sp>
      <p:sp>
        <p:nvSpPr>
          <p:cNvPr id="28" name="group-score-3">
            <a:extLst xmlns:a="http://schemas.openxmlformats.org/drawingml/2006/main">
              <a:ext uri="{FF2B5EF4-FFF2-40B4-BE49-F238E27FC236}">
                <a16:creationId xmlns:a16="http://schemas.microsoft.com/office/drawing/2014/main" id="{C2E6D348-A53F-4CA3-8A36-56687AE1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244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F41"/>
                </a:solidFill>
                <a:latin typeface="Arial"/>
                <a:ea typeface="Arial"/>
                <a:cs typeface="Arial"/>
              </a:rPr>
              <a:t>8.60</a:t>
            </a:r>
          </a:p>
        </p:txBody>
      </p:sp>
      <p:sp>
        <p:nvSpPr>
          <p:cNvPr id="29" name="group-people-3">
            <a:extLst xmlns:a="http://schemas.openxmlformats.org/drawingml/2006/main">
              <a:ext uri="{FF2B5EF4-FFF2-40B4-BE49-F238E27FC236}">
                <a16:creationId xmlns:a16="http://schemas.microsoft.com/office/drawing/2014/main" id="{43082906-DCFE-4050-AC44-CAD5253D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578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26人</a:t>
            </a:r>
          </a:p>
        </p:txBody>
      </p:sp>
      <p:sp>
        <p:nvSpPr>
          <p:cNvPr id="30" name="rule-19">
            <a:extLst xmlns:a="http://schemas.openxmlformats.org/drawingml/2006/main">
              <a:ext uri="{FF2B5EF4-FFF2-40B4-BE49-F238E27FC236}">
                <a16:creationId xmlns:a16="http://schemas.microsoft.com/office/drawing/2014/main" id="{59003434-F43D-4764-A3DE-A9D73B04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338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31" name="group-order-4">
            <a:extLst xmlns:a="http://schemas.openxmlformats.org/drawingml/2006/main">
              <a:ext uri="{FF2B5EF4-FFF2-40B4-BE49-F238E27FC236}">
                <a16:creationId xmlns:a16="http://schemas.microsoft.com/office/drawing/2014/main" id="{6A6AF009-95C9-4132-86FB-8EE887F5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105275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group-name-4">
            <a:extLst xmlns:a="http://schemas.openxmlformats.org/drawingml/2006/main">
              <a:ext uri="{FF2B5EF4-FFF2-40B4-BE49-F238E27FC236}">
                <a16:creationId xmlns:a16="http://schemas.microsoft.com/office/drawing/2014/main" id="{C5D4EA44-9CE3-43A9-943E-418EC5B9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196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小组</a:t>
            </a:r>
          </a:p>
        </p:txBody>
      </p:sp>
      <p:sp>
        <p:nvSpPr>
          <p:cNvPr id="33" name="group-score-4">
            <a:extLst xmlns:a="http://schemas.openxmlformats.org/drawingml/2006/main">
              <a:ext uri="{FF2B5EF4-FFF2-40B4-BE49-F238E27FC236}">
                <a16:creationId xmlns:a16="http://schemas.microsoft.com/office/drawing/2014/main" id="{11519326-43FB-42EC-A543-8A1FEB99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1244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F41"/>
                </a:solidFill>
                <a:latin typeface="Arial"/>
                <a:ea typeface="Arial"/>
                <a:cs typeface="Arial"/>
              </a:rPr>
              <a:t>8.60</a:t>
            </a:r>
          </a:p>
        </p:txBody>
      </p:sp>
      <p:sp>
        <p:nvSpPr>
          <p:cNvPr id="34" name="group-people-4">
            <a:extLst xmlns:a="http://schemas.openxmlformats.org/drawingml/2006/main">
              <a:ext uri="{FF2B5EF4-FFF2-40B4-BE49-F238E27FC236}">
                <a16:creationId xmlns:a16="http://schemas.microsoft.com/office/drawing/2014/main" id="{2AA55E67-DFA5-4023-9B65-D0C94EBD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578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26人</a:t>
            </a:r>
          </a:p>
        </p:txBody>
      </p:sp>
      <p:sp>
        <p:nvSpPr>
          <p:cNvPr id="35" name="rule-20">
            <a:extLst xmlns:a="http://schemas.openxmlformats.org/drawingml/2006/main">
              <a:ext uri="{FF2B5EF4-FFF2-40B4-BE49-F238E27FC236}">
                <a16:creationId xmlns:a16="http://schemas.microsoft.com/office/drawing/2014/main" id="{40CD4962-86B6-4D62-8F2A-4AF64A5F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9338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36" name="group-order-5">
            <a:extLst xmlns:a="http://schemas.openxmlformats.org/drawingml/2006/main">
              <a:ext uri="{FF2B5EF4-FFF2-40B4-BE49-F238E27FC236}">
                <a16:creationId xmlns:a16="http://schemas.microsoft.com/office/drawing/2014/main" id="{2A495D2D-D9AC-489D-86A0-DCC8BC3A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105275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7" name="group-name-5">
            <a:extLst xmlns:a="http://schemas.openxmlformats.org/drawingml/2006/main">
              <a:ext uri="{FF2B5EF4-FFF2-40B4-BE49-F238E27FC236}">
                <a16:creationId xmlns:a16="http://schemas.microsoft.com/office/drawing/2014/main" id="{9F953CA5-6E38-4E2D-BAC3-8D15CC98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4196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小组</a:t>
            </a:r>
          </a:p>
        </p:txBody>
      </p:sp>
      <p:sp>
        <p:nvSpPr>
          <p:cNvPr id="38" name="group-score-5">
            <a:extLst xmlns:a="http://schemas.openxmlformats.org/drawingml/2006/main">
              <a:ext uri="{FF2B5EF4-FFF2-40B4-BE49-F238E27FC236}">
                <a16:creationId xmlns:a16="http://schemas.microsoft.com/office/drawing/2014/main" id="{507037E1-D0CB-44A9-8A9D-8C5794EC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1244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72F41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F41"/>
                </a:solidFill>
                <a:latin typeface="Arial"/>
                <a:ea typeface="Arial"/>
                <a:cs typeface="Arial"/>
              </a:rPr>
              <a:t>8.60</a:t>
            </a:r>
          </a:p>
        </p:txBody>
      </p:sp>
      <p:sp>
        <p:nvSpPr>
          <p:cNvPr id="39" name="group-people-5">
            <a:extLst xmlns:a="http://schemas.openxmlformats.org/drawingml/2006/main">
              <a:ext uri="{FF2B5EF4-FFF2-40B4-BE49-F238E27FC236}">
                <a16:creationId xmlns:a16="http://schemas.microsoft.com/office/drawing/2014/main" id="{BCC61227-3D61-40DA-B556-C981D2E1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578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26人</a:t>
            </a:r>
          </a:p>
        </p:txBody>
      </p:sp>
    </p:spTree>
    <p:extLst>
      <p:ext uri="{BB962C8B-B14F-4D97-AF65-F5344CB8AC3E}">
        <p14:creationId xmlns:p14="http://schemas.microsoft.com/office/powerpoint/2010/main" val="16376961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ayout-key">
            <a:extLst xmlns:a="http://schemas.openxmlformats.org/drawingml/2006/main">
              <a:ext uri="{FF2B5EF4-FFF2-40B4-BE49-F238E27FC236}">
                <a16:creationId xmlns:a16="http://schemas.microsoft.com/office/drawing/2014/main" id="{99407785-539C-4726-8946-C9AB7738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stats-trend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8FC0AB6-DDE3-4E95-BE1A-17B6323D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CC211CE5-B732-4610-8B32-B6C43363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3FD40B-3104-456C-BA24-90FF4A9B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认可统计与趋势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F177ABE4-4B03-4EEF-A957-A8C2BFE1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A1BA0A84-0944-4F3A-856A-144FFD3B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21">
            <a:extLst xmlns:a="http://schemas.openxmlformats.org/drawingml/2006/main">
              <a:ext uri="{FF2B5EF4-FFF2-40B4-BE49-F238E27FC236}">
                <a16:creationId xmlns:a16="http://schemas.microsoft.com/office/drawing/2014/main" id="{2B62C358-7063-4DD0-A580-0F62E439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23C6A93-2EB7-4E0D-8860-D97EFDEB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604F788B-3D0F-4887-A8D7-A00D924D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CAC5D-EB97-437C-BF65-B6E99B51EB9C}"/>
              </a:ext>
            </a:extLst>
          </p:cNvPr>
          <p:cNvGraphicFramePr/>
          <p:nvPr/>
        </p:nvGraphicFramePr>
        <p:xfrm>
          <a:off xmlns:a="http://schemas.openxmlformats.org/drawingml/2006/main" x="609600" y="2447925"/>
          <a:ext xmlns:a="http://schemas.openxmlformats.org/drawingml/2006/main" cx="10972800" cy="1104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047750"/>
                <a:gridCol w="5048250"/>
                <a:gridCol w="2190750"/>
                <a:gridCol w="2686050"/>
              </a:tblGrid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4727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4727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400" b="0">
                          <a:solidFill>
                            <a:srgbClr val="64727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400" b="1">
                          <a:solidFill>
                            <a:srgbClr val="64727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表头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DE5EA"/>
                    </a:solidFill>
                  </a:tcPr>
                </a:tc>
              </a:tr>
              <a:tr h="552450"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 lIns="114300" tIns="47625" rIns="114300" bIns="47625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172F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2A6313DC-C5D5-44AC-9879-708E0877BA2A}"/>
              </a:ext>
            </a:extLst>
          </p:cNvPr>
          <p:cNvGraphicFramePr/>
          <p:nvPr/>
        </p:nvGraphicFramePr>
        <p:xfrm>
          <a:off xmlns:a="http://schemas.openxmlformats.org/drawingml/2006/main" x="609600" y="3771900"/>
          <a:ext xmlns:a="http://schemas.openxmlformats.org/drawingml/2006/main" cx="10972800" cy="2019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994abed15546fb"/>
          </a:graphicData>
        </a:graphic>
      </p:graphicFrame>
    </p:spTree>
    <p:extLst>
      <p:ext uri="{BB962C8B-B14F-4D97-AF65-F5344CB8AC3E}">
        <p14:creationId xmlns:p14="http://schemas.microsoft.com/office/powerpoint/2010/main" val="17151419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ayout-key">
            <a:extLst xmlns:a="http://schemas.openxmlformats.org/drawingml/2006/main">
              <a:ext uri="{FF2B5EF4-FFF2-40B4-BE49-F238E27FC236}">
                <a16:creationId xmlns:a16="http://schemas.microsoft.com/office/drawing/2014/main" id="{353D7082-0490-429F-B379-F7F331D0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issuer-chart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D61DABC-EE70-40F9-9C2B-AD341B9E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09E39DD5-FC1D-4143-9B7B-F50234DD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972C34-FB97-489D-8CF8-A5EE71C7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认可发放排名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7C444BD-C068-4A4E-890C-1A94D559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FFEAA7B1-A8FA-4577-996C-0E1AC298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22">
            <a:extLst xmlns:a="http://schemas.openxmlformats.org/drawingml/2006/main">
              <a:ext uri="{FF2B5EF4-FFF2-40B4-BE49-F238E27FC236}">
                <a16:creationId xmlns:a16="http://schemas.microsoft.com/office/drawing/2014/main" id="{D5C29F1F-8BFF-4400-8D07-72C70C96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1A582E9-1044-4841-A498-3771549D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C004DF87-EDC5-4D6F-BAB2-A7EF1E18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137DACE0-4F95-463D-9A6C-C7D044E46E39}"/>
              </a:ext>
            </a:extLst>
          </p:cNvPr>
          <p:cNvGraphicFramePr/>
          <p:nvPr/>
        </p:nvGraphicFramePr>
        <p:xfrm>
          <a:off xmlns:a="http://schemas.openxmlformats.org/drawingml/2006/main" x="495300" y="2390775"/>
          <a:ext xmlns:a="http://schemas.openxmlformats.org/drawingml/2006/main" cx="11068050" cy="3324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4461b08f5446a1"/>
          </a:graphicData>
        </a:graphic>
      </p:graphicFrame>
    </p:spTree>
    <p:extLst>
      <p:ext uri="{BB962C8B-B14F-4D97-AF65-F5344CB8AC3E}">
        <p14:creationId xmlns:p14="http://schemas.microsoft.com/office/powerpoint/2010/main" val="11485000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layout-key">
            <a:extLst xmlns:a="http://schemas.openxmlformats.org/drawingml/2006/main">
              <a:ext uri="{FF2B5EF4-FFF2-40B4-BE49-F238E27FC236}">
                <a16:creationId xmlns:a16="http://schemas.microsoft.com/office/drawing/2014/main" id="{C8D99527-6193-44EA-B296-64F52FAC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excellent-editorial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3FE3050-33A8-42DD-B0DA-F41C4B21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3" name="month">
            <a:extLst xmlns:a="http://schemas.openxmlformats.org/drawingml/2006/main">
              <a:ext uri="{FF2B5EF4-FFF2-40B4-BE49-F238E27FC236}">
                <a16:creationId xmlns:a16="http://schemas.microsoft.com/office/drawing/2014/main" id="{3CDA194A-6490-46C3-962C-80FAE15D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月份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5DBCD0-80C6-4FAE-B1B5-B3A662BF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优秀员工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0A9A81ED-C45F-4F45-9056-31E3AD0D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BABCC63F-FD55-4533-ABC7-F8C8481C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rule-23">
            <a:extLst xmlns:a="http://schemas.openxmlformats.org/drawingml/2006/main">
              <a:ext uri="{FF2B5EF4-FFF2-40B4-BE49-F238E27FC236}">
                <a16:creationId xmlns:a16="http://schemas.microsoft.com/office/drawing/2014/main" id="{018C1D55-CAEB-4561-8C30-E2405577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1EA8AF5-9D14-4EAB-90A7-E39A531B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导出信息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ACA2E11C-D65B-4EB5-8AD3-B570D317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0" name="rule-24">
            <a:extLst xmlns:a="http://schemas.openxmlformats.org/drawingml/2006/main">
              <a:ext uri="{FF2B5EF4-FFF2-40B4-BE49-F238E27FC236}">
                <a16:creationId xmlns:a16="http://schemas.microsoft.com/office/drawing/2014/main" id="{CB2CF82A-C1A9-4D9E-ABF9-CC332BBE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11" name="excellent-category-0">
            <a:extLst xmlns:a="http://schemas.openxmlformats.org/drawingml/2006/main">
              <a:ext uri="{FF2B5EF4-FFF2-40B4-BE49-F238E27FC236}">
                <a16:creationId xmlns:a16="http://schemas.microsoft.com/office/drawing/2014/main" id="{42AA8E71-7610-4DAC-BD16-9C898211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479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CM</a:t>
            </a:r>
          </a:p>
        </p:txBody>
      </p:sp>
      <p:sp>
        <p:nvSpPr>
          <p:cNvPr id="12" name="excellent-name-0">
            <a:extLst xmlns:a="http://schemas.openxmlformats.org/drawingml/2006/main">
              <a:ext uri="{FF2B5EF4-FFF2-40B4-BE49-F238E27FC236}">
                <a16:creationId xmlns:a16="http://schemas.microsoft.com/office/drawing/2014/main" id="{B7139459-6A15-4B9B-BAFD-4C5E4170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员工姓名</a:t>
            </a:r>
          </a:p>
        </p:txBody>
      </p:sp>
      <p:sp>
        <p:nvSpPr>
          <p:cNvPr id="13" name="excellent-scope-0">
            <a:extLst xmlns:a="http://schemas.openxmlformats.org/drawingml/2006/main">
              <a:ext uri="{FF2B5EF4-FFF2-40B4-BE49-F238E27FC236}">
                <a16:creationId xmlns:a16="http://schemas.microsoft.com/office/drawing/2014/main" id="{3A32820E-589D-4EC8-BB33-D316FC3F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43300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景点圈</a:t>
            </a:r>
          </a:p>
        </p:txBody>
      </p:sp>
      <p:sp>
        <p:nvSpPr>
          <p:cNvPr id="14" name="rule-25">
            <a:extLst xmlns:a="http://schemas.openxmlformats.org/drawingml/2006/main">
              <a:ext uri="{FF2B5EF4-FFF2-40B4-BE49-F238E27FC236}">
                <a16:creationId xmlns:a16="http://schemas.microsoft.com/office/drawing/2014/main" id="{1F747A15-80C4-4DE6-8A89-3DD57549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27647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15" name="excellent-category-1">
            <a:extLst xmlns:a="http://schemas.openxmlformats.org/drawingml/2006/main">
              <a:ext uri="{FF2B5EF4-FFF2-40B4-BE49-F238E27FC236}">
                <a16:creationId xmlns:a16="http://schemas.microsoft.com/office/drawing/2014/main" id="{6AADE54C-9D88-4A64-BF00-6B185246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479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CM</a:t>
            </a:r>
          </a:p>
        </p:txBody>
      </p:sp>
      <p:sp>
        <p:nvSpPr>
          <p:cNvPr id="16" name="excellent-name-1">
            <a:extLst xmlns:a="http://schemas.openxmlformats.org/drawingml/2006/main">
              <a:ext uri="{FF2B5EF4-FFF2-40B4-BE49-F238E27FC236}">
                <a16:creationId xmlns:a16="http://schemas.microsoft.com/office/drawing/2014/main" id="{F81ED10F-E5E2-41EC-ACB3-BF1528B3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8130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员工姓名</a:t>
            </a:r>
          </a:p>
        </p:txBody>
      </p:sp>
      <p:sp>
        <p:nvSpPr>
          <p:cNvPr id="17" name="excellent-scope-1">
            <a:extLst xmlns:a="http://schemas.openxmlformats.org/drawingml/2006/main">
              <a:ext uri="{FF2B5EF4-FFF2-40B4-BE49-F238E27FC236}">
                <a16:creationId xmlns:a16="http://schemas.microsoft.com/office/drawing/2014/main" id="{AC91092D-BC12-4C36-B0A7-D4A612F9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543300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景点圈</a:t>
            </a:r>
          </a:p>
        </p:txBody>
      </p:sp>
      <p:sp>
        <p:nvSpPr>
          <p:cNvPr id="18" name="rule-26">
            <a:extLst xmlns:a="http://schemas.openxmlformats.org/drawingml/2006/main">
              <a:ext uri="{FF2B5EF4-FFF2-40B4-BE49-F238E27FC236}">
                <a16:creationId xmlns:a16="http://schemas.microsoft.com/office/drawing/2014/main" id="{98031278-8B73-4257-909C-F815D60E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7647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19" name="excellent-category-2">
            <a:extLst xmlns:a="http://schemas.openxmlformats.org/drawingml/2006/main">
              <a:ext uri="{FF2B5EF4-FFF2-40B4-BE49-F238E27FC236}">
                <a16:creationId xmlns:a16="http://schemas.microsoft.com/office/drawing/2014/main" id="{FF800D95-893A-4144-BCA5-AA191A61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479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CM</a:t>
            </a:r>
          </a:p>
        </p:txBody>
      </p:sp>
      <p:sp>
        <p:nvSpPr>
          <p:cNvPr id="20" name="excellent-name-2">
            <a:extLst xmlns:a="http://schemas.openxmlformats.org/drawingml/2006/main">
              <a:ext uri="{FF2B5EF4-FFF2-40B4-BE49-F238E27FC236}">
                <a16:creationId xmlns:a16="http://schemas.microsoft.com/office/drawing/2014/main" id="{4154CCB6-E684-44FA-81D7-D317F415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78130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员工姓名</a:t>
            </a:r>
          </a:p>
        </p:txBody>
      </p:sp>
      <p:sp>
        <p:nvSpPr>
          <p:cNvPr id="21" name="excellent-scope-2">
            <a:extLst xmlns:a="http://schemas.openxmlformats.org/drawingml/2006/main">
              <a:ext uri="{FF2B5EF4-FFF2-40B4-BE49-F238E27FC236}">
                <a16:creationId xmlns:a16="http://schemas.microsoft.com/office/drawing/2014/main" id="{9D7DE525-2771-44AB-9C00-17FE9AF0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543300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景点圈</a:t>
            </a:r>
          </a:p>
        </p:txBody>
      </p:sp>
      <p:sp>
        <p:nvSpPr>
          <p:cNvPr id="22" name="rule-27">
            <a:extLst xmlns:a="http://schemas.openxmlformats.org/drawingml/2006/main">
              <a:ext uri="{FF2B5EF4-FFF2-40B4-BE49-F238E27FC236}">
                <a16:creationId xmlns:a16="http://schemas.microsoft.com/office/drawing/2014/main" id="{2F8D03DF-C3AC-48F0-9E11-BBDA9F44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338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23" name="excellent-category-3">
            <a:extLst xmlns:a="http://schemas.openxmlformats.org/drawingml/2006/main">
              <a:ext uri="{FF2B5EF4-FFF2-40B4-BE49-F238E27FC236}">
                <a16:creationId xmlns:a16="http://schemas.microsoft.com/office/drawing/2014/main" id="{5F0F5A11-6419-4C50-87A4-811A70D2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052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CM</a:t>
            </a:r>
          </a:p>
        </p:txBody>
      </p:sp>
      <p:sp>
        <p:nvSpPr>
          <p:cNvPr id="24" name="excellent-name-3">
            <a:extLst xmlns:a="http://schemas.openxmlformats.org/drawingml/2006/main">
              <a:ext uri="{FF2B5EF4-FFF2-40B4-BE49-F238E27FC236}">
                <a16:creationId xmlns:a16="http://schemas.microsoft.com/office/drawing/2014/main" id="{E1CE382E-5F09-4C99-904C-C1CE7429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3865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员工姓名</a:t>
            </a:r>
          </a:p>
        </p:txBody>
      </p:sp>
      <p:sp>
        <p:nvSpPr>
          <p:cNvPr id="25" name="excellent-scope-3">
            <a:extLst xmlns:a="http://schemas.openxmlformats.org/drawingml/2006/main">
              <a:ext uri="{FF2B5EF4-FFF2-40B4-BE49-F238E27FC236}">
                <a16:creationId xmlns:a16="http://schemas.microsoft.com/office/drawing/2014/main" id="{77121207-14DE-4C8C-9BE7-2910CB3A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00650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景点圈</a:t>
            </a:r>
          </a:p>
        </p:txBody>
      </p:sp>
      <p:sp>
        <p:nvSpPr>
          <p:cNvPr id="26" name="rule-28">
            <a:extLst xmlns:a="http://schemas.openxmlformats.org/drawingml/2006/main">
              <a:ext uri="{FF2B5EF4-FFF2-40B4-BE49-F238E27FC236}">
                <a16:creationId xmlns:a16="http://schemas.microsoft.com/office/drawing/2014/main" id="{21558A70-CB02-4CDA-80E1-05186AFC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338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27" name="excellent-category-4">
            <a:extLst xmlns:a="http://schemas.openxmlformats.org/drawingml/2006/main">
              <a:ext uri="{FF2B5EF4-FFF2-40B4-BE49-F238E27FC236}">
                <a16:creationId xmlns:a16="http://schemas.microsoft.com/office/drawing/2014/main" id="{58860474-E7FD-4F1E-A1AF-1C01F8C0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1052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CM</a:t>
            </a:r>
          </a:p>
        </p:txBody>
      </p:sp>
      <p:sp>
        <p:nvSpPr>
          <p:cNvPr id="28" name="excellent-name-4">
            <a:extLst xmlns:a="http://schemas.openxmlformats.org/drawingml/2006/main">
              <a:ext uri="{FF2B5EF4-FFF2-40B4-BE49-F238E27FC236}">
                <a16:creationId xmlns:a16="http://schemas.microsoft.com/office/drawing/2014/main" id="{DE1BA2D7-3EF1-4386-AC72-73E81094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3865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员工姓名</a:t>
            </a:r>
          </a:p>
        </p:txBody>
      </p:sp>
      <p:sp>
        <p:nvSpPr>
          <p:cNvPr id="29" name="excellent-scope-4">
            <a:extLst xmlns:a="http://schemas.openxmlformats.org/drawingml/2006/main">
              <a:ext uri="{FF2B5EF4-FFF2-40B4-BE49-F238E27FC236}">
                <a16:creationId xmlns:a16="http://schemas.microsoft.com/office/drawing/2014/main" id="{B9DEE602-D9D9-467F-9FD8-6D463382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200650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景点圈</a:t>
            </a:r>
          </a:p>
        </p:txBody>
      </p:sp>
      <p:sp>
        <p:nvSpPr>
          <p:cNvPr id="30" name="rule-29">
            <a:extLst xmlns:a="http://schemas.openxmlformats.org/drawingml/2006/main">
              <a:ext uri="{FF2B5EF4-FFF2-40B4-BE49-F238E27FC236}">
                <a16:creationId xmlns:a16="http://schemas.microsoft.com/office/drawing/2014/main" id="{1AAF62E0-BD11-4277-A503-00CF9E51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9338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31" name="excellent-category-5">
            <a:extLst xmlns:a="http://schemas.openxmlformats.org/drawingml/2006/main">
              <a:ext uri="{FF2B5EF4-FFF2-40B4-BE49-F238E27FC236}">
                <a16:creationId xmlns:a16="http://schemas.microsoft.com/office/drawing/2014/main" id="{BC2F8D7D-5CDB-4DBF-B79A-57258BCC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1052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146D7B"/>
                </a:solidFill>
                <a:latin typeface="Microsoft YaHei"/>
                <a:ea typeface="Microsoft YaHei"/>
                <a:cs typeface="Microsoft YaHei"/>
              </a:rPr>
              <a:t>CM</a:t>
            </a:r>
          </a:p>
        </p:txBody>
      </p:sp>
      <p:sp>
        <p:nvSpPr>
          <p:cNvPr id="32" name="excellent-name-5">
            <a:extLst xmlns:a="http://schemas.openxmlformats.org/drawingml/2006/main">
              <a:ext uri="{FF2B5EF4-FFF2-40B4-BE49-F238E27FC236}">
                <a16:creationId xmlns:a16="http://schemas.microsoft.com/office/drawing/2014/main" id="{C1715D1F-F318-4594-AEB1-2485FF24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43865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172F41"/>
                </a:solidFill>
                <a:latin typeface="Microsoft YaHei"/>
                <a:ea typeface="Microsoft YaHei"/>
                <a:cs typeface="Microsoft YaHei"/>
              </a:rPr>
              <a:t>员工姓名</a:t>
            </a:r>
          </a:p>
        </p:txBody>
      </p:sp>
      <p:sp>
        <p:nvSpPr>
          <p:cNvPr id="33" name="excellent-scope-5">
            <a:extLst xmlns:a="http://schemas.openxmlformats.org/drawingml/2006/main">
              <a:ext uri="{FF2B5EF4-FFF2-40B4-BE49-F238E27FC236}">
                <a16:creationId xmlns:a16="http://schemas.microsoft.com/office/drawing/2014/main" id="{0C420BB1-465D-4B21-A4E5-986AFA8A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200650"/>
            <a:ext cx="342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4727D"/>
                </a:solidFill>
                <a:latin typeface="Microsoft YaHei"/>
                <a:ea typeface="Microsoft YaHei"/>
                <a:cs typeface="Microsoft YaHei"/>
              </a:rPr>
              <a:t>景点圈</a:t>
            </a:r>
          </a:p>
        </p:txBody>
      </p:sp>
    </p:spTree>
    <p:extLst>
      <p:ext uri="{BB962C8B-B14F-4D97-AF65-F5344CB8AC3E}">
        <p14:creationId xmlns:p14="http://schemas.microsoft.com/office/powerpoint/2010/main" val="13228165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2026-10-18T20:51:30.8290000Z</dcterms:created>
  <dcterms:modified xsi:type="dcterms:W3CDTF">2026-10-18T20:51:30.8290000Z</dcterms:modified>
</coreProperties>
</file>