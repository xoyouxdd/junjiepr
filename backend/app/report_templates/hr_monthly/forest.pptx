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3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acfc0dd6424443f" /><Relationship Type="http://schemas.openxmlformats.org/officeDocument/2006/relationships/extended-properties" Target="/docProps/app.xml" Id="R7409e696c9a24d85" /><Relationship Type="http://schemas.openxmlformats.org/officeDocument/2006/relationships/officeDocument" Target="/ppt/presentation.xml" Id="Rfbef4f24f76141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78b90bfa369469f"/>
  </p:sldMasterIdLst>
  <p:notesMasterIdLst>
    <p:notesMasterId xmlns:r="http://schemas.openxmlformats.org/officeDocument/2006/relationships" r:id="Rce5c53b108c14f73"/>
  </p:notesMasterIdLst>
  <p:sldIdLst>
    <p:sldId xmlns:r="http://schemas.openxmlformats.org/officeDocument/2006/relationships" id="256" r:id="Rf8903b0c245b4d17"/>
    <p:sldId xmlns:r="http://schemas.openxmlformats.org/officeDocument/2006/relationships" id="257" r:id="R7fa50c79ddc3490e"/>
    <p:sldId xmlns:r="http://schemas.openxmlformats.org/officeDocument/2006/relationships" id="258" r:id="R582f462f7d7f4a1a"/>
    <p:sldId xmlns:r="http://schemas.openxmlformats.org/officeDocument/2006/relationships" id="259" r:id="R1d97cfb6b0144bf7"/>
    <p:sldId xmlns:r="http://schemas.openxmlformats.org/officeDocument/2006/relationships" id="260" r:id="Rc96228d2bc1c4e45"/>
    <p:sldId xmlns:r="http://schemas.openxmlformats.org/officeDocument/2006/relationships" id="261" r:id="R6e350c60e1884588"/>
    <p:sldId xmlns:r="http://schemas.openxmlformats.org/officeDocument/2006/relationships" id="262" r:id="Rbd1dcdce42c94bd2"/>
    <p:sldId xmlns:r="http://schemas.openxmlformats.org/officeDocument/2006/relationships" id="263" r:id="R9059d044aed94082"/>
    <p:sldId xmlns:r="http://schemas.openxmlformats.org/officeDocument/2006/relationships" id="264" r:id="Re73750ab47c7440a"/>
    <p:sldId xmlns:r="http://schemas.openxmlformats.org/officeDocument/2006/relationships" id="265" r:id="Ra6b0d12c2aec425b"/>
    <p:sldId xmlns:r="http://schemas.openxmlformats.org/officeDocument/2006/relationships" id="266" r:id="R2d9de3ed7d174b73"/>
    <p:sldId xmlns:r="http://schemas.openxmlformats.org/officeDocument/2006/relationships" id="267" r:id="Rb56db63d4e91456b"/>
    <p:sldId xmlns:r="http://schemas.openxmlformats.org/officeDocument/2006/relationships" id="268" r:id="R1b193ec118b34488"/>
    <p:sldId xmlns:r="http://schemas.openxmlformats.org/officeDocument/2006/relationships" id="269" r:id="Rad0100a8ebb045c4"/>
    <p:sldId xmlns:r="http://schemas.openxmlformats.org/officeDocument/2006/relationships" id="270" r:id="R36aae0f1e2884ce6"/>
    <p:sldId xmlns:r="http://schemas.openxmlformats.org/officeDocument/2006/relationships" id="271" r:id="R9327dce978e24e06"/>
    <p:sldId xmlns:r="http://schemas.openxmlformats.org/officeDocument/2006/relationships" id="272" r:id="Reae0f3029abc4d34"/>
    <p:sldId xmlns:r="http://schemas.openxmlformats.org/officeDocument/2006/relationships" id="273" r:id="Rbf2cc2a7c7f7464a"/>
    <p:sldId xmlns:r="http://schemas.openxmlformats.org/officeDocument/2006/relationships" id="274" r:id="Ra159785acce4418d"/>
    <p:sldId xmlns:r="http://schemas.openxmlformats.org/officeDocument/2006/relationships" id="275" r:id="R278ff7f02522415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8633f7f75e4666" /><Relationship Type="http://schemas.openxmlformats.org/officeDocument/2006/relationships/slideMaster" Target="/ppt/slideMasters/slideMaster1.xml" Id="R878b90bfa369469f" /><Relationship Type="http://schemas.openxmlformats.org/officeDocument/2006/relationships/notesMaster" Target="/ppt/notesMasters/notesMaster1.xml" Id="Rce5c53b108c14f73" /><Relationship Type="http://schemas.openxmlformats.org/officeDocument/2006/relationships/presProps" Target="/ppt/presProps.xml" Id="Rd618acad2fed4778" /><Relationship Type="http://schemas.openxmlformats.org/officeDocument/2006/relationships/tableStyles" Target="/ppt/tableStyles.xml" Id="Rbef57e86e4c4433b" /><Relationship Type="http://schemas.openxmlformats.org/officeDocument/2006/relationships/slide" Target="/ppt/slides/slide1.xml" Id="Rf8903b0c245b4d17" /><Relationship Type="http://schemas.openxmlformats.org/officeDocument/2006/relationships/slide" Target="/ppt/slides/slide2.xml" Id="R7fa50c79ddc3490e" /><Relationship Type="http://schemas.openxmlformats.org/officeDocument/2006/relationships/slide" Target="/ppt/slides/slide3.xml" Id="R582f462f7d7f4a1a" /><Relationship Type="http://schemas.openxmlformats.org/officeDocument/2006/relationships/slide" Target="/ppt/slides/slide4.xml" Id="R1d97cfb6b0144bf7" /><Relationship Type="http://schemas.openxmlformats.org/officeDocument/2006/relationships/slide" Target="/ppt/slides/slide5.xml" Id="Rc96228d2bc1c4e45" /><Relationship Type="http://schemas.openxmlformats.org/officeDocument/2006/relationships/slide" Target="/ppt/slides/slide6.xml" Id="R6e350c60e1884588" /><Relationship Type="http://schemas.openxmlformats.org/officeDocument/2006/relationships/slide" Target="/ppt/slides/slide7.xml" Id="Rbd1dcdce42c94bd2" /><Relationship Type="http://schemas.openxmlformats.org/officeDocument/2006/relationships/slide" Target="/ppt/slides/slide8.xml" Id="R9059d044aed94082" /><Relationship Type="http://schemas.openxmlformats.org/officeDocument/2006/relationships/slide" Target="/ppt/slides/slide9.xml" Id="Re73750ab47c7440a" /><Relationship Type="http://schemas.openxmlformats.org/officeDocument/2006/relationships/slide" Target="/ppt/slides/slide10.xml" Id="Ra6b0d12c2aec425b" /><Relationship Type="http://schemas.openxmlformats.org/officeDocument/2006/relationships/slide" Target="/ppt/slides/slide11.xml" Id="R2d9de3ed7d174b73" /><Relationship Type="http://schemas.openxmlformats.org/officeDocument/2006/relationships/slide" Target="/ppt/slides/slide12.xml" Id="Rb56db63d4e91456b" /><Relationship Type="http://schemas.openxmlformats.org/officeDocument/2006/relationships/slide" Target="/ppt/slides/slide13.xml" Id="R1b193ec118b34488" /><Relationship Type="http://schemas.openxmlformats.org/officeDocument/2006/relationships/slide" Target="/ppt/slides/slide14.xml" Id="Rad0100a8ebb045c4" /><Relationship Type="http://schemas.openxmlformats.org/officeDocument/2006/relationships/slide" Target="/ppt/slides/slide15.xml" Id="R36aae0f1e2884ce6" /><Relationship Type="http://schemas.openxmlformats.org/officeDocument/2006/relationships/slide" Target="/ppt/slides/slide16.xml" Id="R9327dce978e24e06" /><Relationship Type="http://schemas.openxmlformats.org/officeDocument/2006/relationships/slide" Target="/ppt/slides/slide17.xml" Id="Reae0f3029abc4d34" /><Relationship Type="http://schemas.openxmlformats.org/officeDocument/2006/relationships/slide" Target="/ppt/slides/slide18.xml" Id="Rbf2cc2a7c7f7464a" /><Relationship Type="http://schemas.openxmlformats.org/officeDocument/2006/relationships/slide" Target="/ppt/slides/slide19.xml" Id="Ra159785acce4418d" /><Relationship Type="http://schemas.openxmlformats.org/officeDocument/2006/relationships/slide" Target="/ppt/slides/slide20.xml" Id="R278ff7f0252241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98d5f3b928943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5e8d7fd7064d7e" /><Relationship Type="http://schemas.openxmlformats.org/officeDocument/2006/relationships/notesMaster" Target="/ppt/notesMasters/notesMaster1.xml" Id="R72d83ab207dd430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bc81b92eb22411d" /><Relationship Type="http://schemas.openxmlformats.org/officeDocument/2006/relationships/notesMaster" Target="/ppt/notesMasters/notesMaster1.xml" Id="R79ca3da45b3341a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f14b5e6199449f" /><Relationship Type="http://schemas.openxmlformats.org/officeDocument/2006/relationships/notesMaster" Target="/ppt/notesMasters/notesMaster1.xml" Id="Re6671ffc6084496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65579bf3fc64eb3" /><Relationship Type="http://schemas.openxmlformats.org/officeDocument/2006/relationships/notesMaster" Target="/ppt/notesMasters/notesMaster1.xml" Id="R4787c8bea04e4b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c6f7489d3f4d8e" /><Relationship Type="http://schemas.openxmlformats.org/officeDocument/2006/relationships/notesMaster" Target="/ppt/notesMasters/notesMaster1.xml" Id="Rcb2a6cf9341946c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5d5695fbcf4599" /><Relationship Type="http://schemas.openxmlformats.org/officeDocument/2006/relationships/notesMaster" Target="/ppt/notesMasters/notesMaster1.xml" Id="Rdca7bbcb993d4a8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c5440bbe8934baa" /><Relationship Type="http://schemas.openxmlformats.org/officeDocument/2006/relationships/notesMaster" Target="/ppt/notesMasters/notesMaster1.xml" Id="Rc28ac8bad9144e9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3955b8fa3304bc1" /><Relationship Type="http://schemas.openxmlformats.org/officeDocument/2006/relationships/notesMaster" Target="/ppt/notesMasters/notesMaster1.xml" Id="Re4dcce2787454e9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82d1529a0914205" /><Relationship Type="http://schemas.openxmlformats.org/officeDocument/2006/relationships/notesMaster" Target="/ppt/notesMasters/notesMaster1.xml" Id="R1d15983e0eff4b1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24e048643ee485a" /><Relationship Type="http://schemas.openxmlformats.org/officeDocument/2006/relationships/notesMaster" Target="/ppt/notesMasters/notesMaster1.xml" Id="Rf48f09a1f60846f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8c7dbd6af53437c" /><Relationship Type="http://schemas.openxmlformats.org/officeDocument/2006/relationships/notesMaster" Target="/ppt/notesMasters/notesMaster1.xml" Id="R3944c706a0014a1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43c46a2f8124b58" /><Relationship Type="http://schemas.openxmlformats.org/officeDocument/2006/relationships/notesMaster" Target="/ppt/notesMasters/notesMaster1.xml" Id="R127d8d7fa4104ce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f00f333c5ec4b40" /><Relationship Type="http://schemas.openxmlformats.org/officeDocument/2006/relationships/notesMaster" Target="/ppt/notesMasters/notesMaster1.xml" Id="R76551f19cd5543f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180696b0ef24b78" /><Relationship Type="http://schemas.openxmlformats.org/officeDocument/2006/relationships/notesMaster" Target="/ppt/notesMasters/notesMaster1.xml" Id="R2501c7ba7df44f6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61d1cf7efbf4362" /><Relationship Type="http://schemas.openxmlformats.org/officeDocument/2006/relationships/notesMaster" Target="/ppt/notesMasters/notesMaster1.xml" Id="Rab8a29afeaec473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9011b07207243b7" /><Relationship Type="http://schemas.openxmlformats.org/officeDocument/2006/relationships/notesMaster" Target="/ppt/notesMasters/notesMaster1.xml" Id="R97f18cf24b664b7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b7094f6e18c4894" /><Relationship Type="http://schemas.openxmlformats.org/officeDocument/2006/relationships/notesMaster" Target="/ppt/notesMasters/notesMaster1.xml" Id="R82ea0f96246d43a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d46090d258246db" /><Relationship Type="http://schemas.openxmlformats.org/officeDocument/2006/relationships/notesMaster" Target="/ppt/notesMasters/notesMaster1.xml" Id="R2c1f4180c0ce44b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751fcbc4ab64144" /><Relationship Type="http://schemas.openxmlformats.org/officeDocument/2006/relationships/notesMaster" Target="/ppt/notesMasters/notesMaster1.xml" Id="R42ee072bd3874d5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40d2b7392384cfe" /><Relationship Type="http://schemas.openxmlformats.org/officeDocument/2006/relationships/notesMaster" Target="/ppt/notesMasters/notesMaster1.xml" Id="R9a944cff257e4f2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可重复使用的HR月报模板。所有数字、工号和姓名均为明确标注的示例数据，不代表真实员工或正式统计。设计参考用户提供的6月、7月、8月HR月报。背景为本次Image Gen原创素材。系统接入后必须复用现有统计规则。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1f42c9cbe1470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65250b28a841b8" /><Relationship Type="http://schemas.openxmlformats.org/officeDocument/2006/relationships/slideLayout" Target="/ppt/slideLayouts/slideLayout1.xml" Id="Rb5e5fb0e6d784f0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e5fb0e6d784f0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e6d27b08b24537" /><Relationship Type="http://schemas.openxmlformats.org/officeDocument/2006/relationships/image" Target="/ppt/media/image.png" Id="R85d9e311fd154282" /><Relationship Type="http://schemas.openxmlformats.org/officeDocument/2006/relationships/notesSlide" Target="/ppt/notesSlides/notesSlide1.xml" Id="R334bd630bcda4c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3d36d566c64440" /><Relationship Type="http://schemas.openxmlformats.org/officeDocument/2006/relationships/image" Target="/ppt/media/image2.png" Id="R6f4a56704217448d" /><Relationship Type="http://schemas.openxmlformats.org/officeDocument/2006/relationships/notesSlide" Target="/ppt/notesSlides/notesSlide2.xml" Id="R38cf1879f6984ca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32eab9e0554383" /><Relationship Type="http://schemas.openxmlformats.org/officeDocument/2006/relationships/image" Target="/ppt/media/image3.png" Id="R17517e0e3c18419d" /><Relationship Type="http://schemas.openxmlformats.org/officeDocument/2006/relationships/chart" Target="/ppt/slides/charts/chart1.xml" Id="R4b7d9469bfd44ef4" /><Relationship Type="http://schemas.openxmlformats.org/officeDocument/2006/relationships/notesSlide" Target="/ppt/notesSlides/notesSlide3.xml" Id="R280eb18971b14a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9fcb67e24042fc" /><Relationship Type="http://schemas.openxmlformats.org/officeDocument/2006/relationships/image" Target="/ppt/media/image4.png" Id="R06c157254466439e" /><Relationship Type="http://schemas.openxmlformats.org/officeDocument/2006/relationships/notesSlide" Target="/ppt/notesSlides/notesSlide4.xml" Id="Red2f8e90ef914f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d10fda1f644df9" /><Relationship Type="http://schemas.openxmlformats.org/officeDocument/2006/relationships/image" Target="/ppt/media/image5.png" Id="R8e853456fc98418c" /><Relationship Type="http://schemas.openxmlformats.org/officeDocument/2006/relationships/chart" Target="/ppt/slides/charts/chart2.xml" Id="R0d498fcadc1d469f" /><Relationship Type="http://schemas.openxmlformats.org/officeDocument/2006/relationships/notesSlide" Target="/ppt/notesSlides/notesSlide5.xml" Id="R854337a3d45e43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09f3495bdd4511" /><Relationship Type="http://schemas.openxmlformats.org/officeDocument/2006/relationships/image" Target="/ppt/media/image6.png" Id="R05e6070a1d8840a6" /><Relationship Type="http://schemas.openxmlformats.org/officeDocument/2006/relationships/notesSlide" Target="/ppt/notesSlides/notesSlide6.xml" Id="R77263da068bb45a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0178b2e449483f" /><Relationship Type="http://schemas.openxmlformats.org/officeDocument/2006/relationships/image" Target="/ppt/media/image7.png" Id="R10da86bf22b24a6e" /><Relationship Type="http://schemas.openxmlformats.org/officeDocument/2006/relationships/notesSlide" Target="/ppt/notesSlides/notesSlide7.xml" Id="R03b4131b693d42e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0473914d1148a9" /><Relationship Type="http://schemas.openxmlformats.org/officeDocument/2006/relationships/image" Target="/ppt/media/image8.png" Id="Rc38a01aa8d4a4c42" /><Relationship Type="http://schemas.openxmlformats.org/officeDocument/2006/relationships/notesSlide" Target="/ppt/notesSlides/notesSlide8.xml" Id="Rd34a6f97b82b48a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aa011c18ff45e4" /><Relationship Type="http://schemas.openxmlformats.org/officeDocument/2006/relationships/image" Target="/ppt/media/image9.png" Id="R1b5bcc2d402848d2" /><Relationship Type="http://schemas.openxmlformats.org/officeDocument/2006/relationships/chart" Target="/ppt/slides/charts/chart3.xml" Id="Ra00b878a45ed428e" /><Relationship Type="http://schemas.openxmlformats.org/officeDocument/2006/relationships/notesSlide" Target="/ppt/notesSlides/notesSlide9.xml" Id="Rab37ff4a236d4e4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459f9b35c94380" /><Relationship Type="http://schemas.openxmlformats.org/officeDocument/2006/relationships/image" Target="/ppt/media/image10.png" Id="R82120f39e2a5424c" /><Relationship Type="http://schemas.openxmlformats.org/officeDocument/2006/relationships/notesSlide" Target="/ppt/notesSlides/notesSlide10.xml" Id="R91d1278a4a1e429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1e5dec5791493c" /><Relationship Type="http://schemas.openxmlformats.org/officeDocument/2006/relationships/image" Target="/ppt/media/image11.png" Id="R7d2249a8931d4d33" /><Relationship Type="http://schemas.openxmlformats.org/officeDocument/2006/relationships/notesSlide" Target="/ppt/notesSlides/notesSlide11.xml" Id="Re023e522689b401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839f7e50d846d1" /><Relationship Type="http://schemas.openxmlformats.org/officeDocument/2006/relationships/image" Target="/ppt/media/image12.png" Id="Ra5973c3c1cdb4a24" /><Relationship Type="http://schemas.openxmlformats.org/officeDocument/2006/relationships/notesSlide" Target="/ppt/notesSlides/notesSlide12.xml" Id="R81cd9cd111d3457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871142025a4bb2" /><Relationship Type="http://schemas.openxmlformats.org/officeDocument/2006/relationships/image" Target="/ppt/media/image13.png" Id="R54570da2783148e4" /><Relationship Type="http://schemas.openxmlformats.org/officeDocument/2006/relationships/notesSlide" Target="/ppt/notesSlides/notesSlide13.xml" Id="R871eb72746814a4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46da19ae6c4c04" /><Relationship Type="http://schemas.openxmlformats.org/officeDocument/2006/relationships/image" Target="/ppt/media/image14.png" Id="R3811930c800f4caa" /><Relationship Type="http://schemas.openxmlformats.org/officeDocument/2006/relationships/notesSlide" Target="/ppt/notesSlides/notesSlide14.xml" Id="R22c4d9abb569443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56c3bcf1404fac" /><Relationship Type="http://schemas.openxmlformats.org/officeDocument/2006/relationships/image" Target="/ppt/media/image15.png" Id="Rb43d55e2f7224608" /><Relationship Type="http://schemas.openxmlformats.org/officeDocument/2006/relationships/notesSlide" Target="/ppt/notesSlides/notesSlide15.xml" Id="R108b17f9a3174c4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c73b8466c44c1e" /><Relationship Type="http://schemas.openxmlformats.org/officeDocument/2006/relationships/image" Target="/ppt/media/image16.png" Id="Re082ccc64c684969" /><Relationship Type="http://schemas.openxmlformats.org/officeDocument/2006/relationships/notesSlide" Target="/ppt/notesSlides/notesSlide16.xml" Id="R16fba45116d3495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5257995714456d" /><Relationship Type="http://schemas.openxmlformats.org/officeDocument/2006/relationships/image" Target="/ppt/media/image17.png" Id="Ra76a8609c6f5469e" /><Relationship Type="http://schemas.openxmlformats.org/officeDocument/2006/relationships/notesSlide" Target="/ppt/notesSlides/notesSlide17.xml" Id="Rc4bf56da60d74c6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5e6794a1a34db4" /><Relationship Type="http://schemas.openxmlformats.org/officeDocument/2006/relationships/image" Target="/ppt/media/image18.png" Id="R4bc2db449d964c75" /><Relationship Type="http://schemas.openxmlformats.org/officeDocument/2006/relationships/notesSlide" Target="/ppt/notesSlides/notesSlide18.xml" Id="Rc25b280d351f466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214266d62c457c" /><Relationship Type="http://schemas.openxmlformats.org/officeDocument/2006/relationships/image" Target="/ppt/media/image19.png" Id="R5edf04c2714244f3" /><Relationship Type="http://schemas.openxmlformats.org/officeDocument/2006/relationships/notesSlide" Target="/ppt/notesSlides/notesSlide19.xml" Id="R537c79a0121347d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5ceceb06fa4428" /><Relationship Type="http://schemas.openxmlformats.org/officeDocument/2006/relationships/image" Target="/ppt/media/image20.png" Id="R320ce57c2deb47a8" /><Relationship Type="http://schemas.openxmlformats.org/officeDocument/2006/relationships/notesSlide" Target="/ppt/notesSlides/notesSlide20.xml" Id="Rf00e2e2eff904a5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CM / TR</c:v>
          </c:tx>
          <c:spPr>
            <a:solidFill xmlns:a="http://schemas.openxmlformats.org/drawingml/2006/main">
              <a:srgbClr val="247955"/>
            </a:solidFill>
          </c:spPr>
          <c:cat>
            <c:strRef>
              <c:f>'Chart Data'!$A$2:$A$5</c:f>
              <c:strCache>
                <c:ptCount val="4"/>
                <c:pt idx="0">
                  <c:v>安全</c:v>
                </c:pt>
                <c:pt idx="1">
                  <c:v>礼貌</c:v>
                </c:pt>
                <c:pt idx="2">
                  <c:v>效率</c:v>
                </c:pt>
                <c:pt idx="3">
                  <c:v>其他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5</c:v>
                </c:pt>
                <c:pt idx="1">
                  <c:v>3</c:v>
                </c:pt>
                <c:pt idx="2">
                  <c:v>6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v>LEAD</c:v>
          </c:tx>
          <c:spPr>
            <a:solidFill xmlns:a="http://schemas.openxmlformats.org/drawingml/2006/main">
              <a:srgbClr val="D6AA54"/>
            </a:solidFill>
          </c:spPr>
          <c:cat>
            <c:strRef>
              <c:f>'Chart Data'!$C$2:$C$5</c:f>
              <c:strCache>
                <c:ptCount val="4"/>
                <c:pt idx="0">
                  <c:v>安全</c:v>
                </c:pt>
                <c:pt idx="1">
                  <c:v>礼貌</c:v>
                </c:pt>
                <c:pt idx="2">
                  <c:v>效率</c:v>
                </c:pt>
                <c:pt idx="3">
                  <c:v>其他</c:v>
                </c:pt>
              </c:strCache>
            </c:strRef>
          </c:cat>
          <c:val>
            <c:numRef>
              <c:f>'Chart Data'!$D$2:$D$5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3</c:v>
                </c:pt>
                <c:pt idx="3">
                  <c:v>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 b="1">
                  <a:solidFill>
                    <a:srgbClr val="175540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8FCF9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175540"/>
              </a:solidFill>
              <a:latin typeface="Microsoft YaHei"/>
              <a:ea typeface="Microsoft YaHei"/>
              <a:cs typeface="Microsoft YaHei"/>
            </a:defRPr>
          </a:pPr>
        </a:p>
      </c:txPr>
    </c:legend>
    <c:plotVisOnly val="1"/>
  </c:chart>
  <c:spPr>
    <a:solidFill xmlns:a="http://schemas.openxmlformats.org/drawingml/2006/main">
      <a:srgbClr val="F8FCF9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CM / TR</c:v>
          </c:tx>
          <c:spPr>
            <a:solidFill xmlns:a="http://schemas.openxmlformats.org/drawingml/2006/main">
              <a:srgbClr val="247955"/>
            </a:solidFill>
          </c:spPr>
          <c:cat>
            <c:strRef>
              <c:f>'Chart Data'!$A$2:$A$6</c:f>
              <c:strCache>
                <c:ptCount val="5"/>
                <c:pt idx="0">
                  <c:v>安全</c:v>
                </c:pt>
                <c:pt idx="1">
                  <c:v>礼貌</c:v>
                </c:pt>
                <c:pt idx="2">
                  <c:v>包容</c:v>
                </c:pt>
                <c:pt idx="3">
                  <c:v>演出</c:v>
                </c:pt>
                <c:pt idx="4">
                  <c:v>效率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150</c:v>
                </c:pt>
                <c:pt idx="1">
                  <c:v>240</c:v>
                </c:pt>
                <c:pt idx="2">
                  <c:v>100</c:v>
                </c:pt>
                <c:pt idx="3">
                  <c:v>180</c:v>
                </c:pt>
                <c:pt idx="4">
                  <c:v>170</c:v>
                </c:pt>
              </c:numCache>
            </c:numRef>
          </c:val>
        </c:ser>
        <c:ser>
          <c:idx val="1"/>
          <c:order val="1"/>
          <c:tx>
            <c:v>LEAD</c:v>
          </c:tx>
          <c:spPr>
            <a:solidFill xmlns:a="http://schemas.openxmlformats.org/drawingml/2006/main">
              <a:srgbClr val="D6AA54"/>
            </a:solidFill>
          </c:spPr>
          <c:cat>
            <c:strRef>
              <c:f>'Chart Data'!$C$2:$C$6</c:f>
              <c:strCache>
                <c:ptCount val="5"/>
                <c:pt idx="0">
                  <c:v>安全</c:v>
                </c:pt>
                <c:pt idx="1">
                  <c:v>礼貌</c:v>
                </c:pt>
                <c:pt idx="2">
                  <c:v>包容</c:v>
                </c:pt>
                <c:pt idx="3">
                  <c:v>演出</c:v>
                </c:pt>
                <c:pt idx="4">
                  <c:v>效率</c:v>
                </c:pt>
              </c:strCache>
            </c:strRef>
          </c:cat>
          <c:val>
            <c:numRef>
              <c:f>'Chart Data'!$D$2:$D$6</c:f>
              <c:numCache>
                <c:formatCode>General</c:formatCode>
                <c:ptCount val="5"/>
                <c:pt idx="0">
                  <c:v>20</c:v>
                </c:pt>
                <c:pt idx="1">
                  <c:v>30</c:v>
                </c:pt>
                <c:pt idx="2">
                  <c:v>15</c:v>
                </c:pt>
                <c:pt idx="3">
                  <c:v>25</c:v>
                </c:pt>
                <c:pt idx="4">
                  <c:v>30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 b="1">
                  <a:solidFill>
                    <a:srgbClr val="175540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8FCF9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175540"/>
              </a:solidFill>
              <a:latin typeface="Microsoft YaHei"/>
              <a:ea typeface="Microsoft YaHei"/>
              <a:cs typeface="Microsoft YaHei"/>
            </a:defRPr>
          </a:pPr>
        </a:p>
      </c:txPr>
    </c:legend>
    <c:plotVisOnly val="1"/>
  </c:chart>
  <c:spPr>
    <a:solidFill xmlns:a="http://schemas.openxmlformats.org/drawingml/2006/main">
      <a:srgbClr val="F8FCF9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ser>
          <c:idx val="0"/>
          <c:order val="0"/>
          <c:tx>
            <c:v>认可率（%）</c:v>
          </c:tx>
          <c:spPr>
            <a:solidFill xmlns:a="http://schemas.openxmlformats.org/drawingml/2006/main">
              <a:srgbClr val="175540"/>
            </a:solidFill>
            <a:ln xmlns:a="http://schemas.openxmlformats.org/drawingml/2006/main" w="28575">
              <a:solidFill>
                <a:srgbClr val="175540"/>
              </a:solidFill>
            </a:ln>
          </c:spPr>
          <c:marker>
            <c:symbol val="circle"/>
            <c:size val="8"/>
            <c:spPr>
              <a:solidFill xmlns:a="http://schemas.openxmlformats.org/drawingml/2006/main">
                <a:srgbClr val="175540"/>
              </a:solidFill>
            </c:spPr>
          </c:marker>
          <c:cat>
            <c:strRef>
              <c:f>'Chart Data'!$A$2:$A$5</c:f>
              <c:strCache>
                <c:ptCount val="4"/>
                <c:pt idx="0">
                  <c:v>06月</c:v>
                </c:pt>
                <c:pt idx="1">
                  <c:v>07月</c:v>
                </c:pt>
                <c:pt idx="2">
                  <c:v>08月</c:v>
                </c:pt>
                <c:pt idx="3">
                  <c:v>09月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250</c:v>
                </c:pt>
                <c:pt idx="1">
                  <c:v>275</c:v>
                </c:pt>
                <c:pt idx="2">
                  <c:v>288</c:v>
                </c:pt>
                <c:pt idx="3">
                  <c:v>300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 b="1">
                  <a:solidFill>
                    <a:srgbClr val="175540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8FCF9"/>
        </a:solidFill>
      </c:spPr>
    </c:plotArea>
    <c:plotVisOnly val="1"/>
  </c:chart>
  <c:spPr>
    <a:solidFill xmlns:a="http://schemas.openxmlformats.org/drawingml/2006/main">
      <a:srgbClr val="F8FCF9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d9e311fd15428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884A3A-D72D-4302-A018-B0CBD068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76375"/>
            <a:ext cx="714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55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HR 月报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E88ECB-5C43-4531-B413-BB8E25D78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28900"/>
            <a:ext cx="685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Forest &amp; Zootopia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341367-E7F7-4BF9-98A6-28019E34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71850"/>
            <a:ext cx="609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2026年09月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70C0FA-BF55-4ED8-B819-21A853A03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19550"/>
            <a:ext cx="638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报告范围：全部授权景点圈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F81794-49BD-4F3E-8475-5CCBBF655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04875"/>
            <a:ext cx="628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可编辑模板 / 示例数据</a:t>
            </a:r>
          </a:p>
        </p:txBody>
      </p:sp>
    </p:spTree>
    <p:extLst>
      <p:ext uri="{BB962C8B-B14F-4D97-AF65-F5344CB8AC3E}">
        <p14:creationId xmlns:p14="http://schemas.microsoft.com/office/powerpoint/2010/main" val="211807920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4a56704217448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97A928-B8E9-4489-8AAD-96FCD97E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月度概览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3E6EB9-6A03-45F5-A7A8-ACAF4CEF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2026年09月  草稿示例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47C390-67F4-4F24-A1B1-8299FC10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4ADB08-B16A-4745-95B8-08F46762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E6B28A-568B-4FA7-BC50-3A55047B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统计人数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29CA1E-F5CA-4F2B-8B5B-04A35D89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320 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D87BDF-AF87-4B5D-9CBF-D1D51C97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52625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认可登记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0692FE-A25F-46D3-96BB-E097D2F11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52412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960 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6B3599-0FD0-424D-A377-DCF8B038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952625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处分登记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7CEEEA-80A4-4FAE-87B9-BA0B868EE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2412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24 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1EAC9E-2B00-4B22-946D-60E6C871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714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认可率 300%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7D72CE-DAC6-4C6F-BA69-1A2DF4EBE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认可率 = 认可数量 ÷ 统计人数 × 100%，可以超过100%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913312-35E3-4CC4-A54B-B298A22C7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97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月结前标注草稿。LOA涉及月份保留记录，但不参与计分和排名。</a:t>
            </a:r>
          </a:p>
        </p:txBody>
      </p:sp>
    </p:spTree>
    <p:extLst>
      <p:ext uri="{BB962C8B-B14F-4D97-AF65-F5344CB8AC3E}">
        <p14:creationId xmlns:p14="http://schemas.microsoft.com/office/powerpoint/2010/main" val="31013203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517e0e3c18419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AA8399-11A8-4469-A3FF-7897A6CDD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减分分类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6B512D-2387-46B5-939C-2EC1375A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按事件记录次数分类  单位：条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BE6A1D-5EE0-4026-8AC2-6400D877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A9620-E580-44AA-AD13-CB4E366C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b7d9469bfd44ef4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B33F80-EFF4-4087-BDA2-B971E774E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本页展示次数，实际扣分以系统月度计分结果为准。</a:t>
            </a:r>
          </a:p>
        </p:txBody>
      </p:sp>
    </p:spTree>
    <p:extLst>
      <p:ext uri="{BB962C8B-B14F-4D97-AF65-F5344CB8AC3E}">
        <p14:creationId xmlns:p14="http://schemas.microsoft.com/office/powerpoint/2010/main" val="178619597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c157254466439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ADA916-282C-488F-96B8-0183047A6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减分分类：景点圈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68093-7BD1-4739-A7B4-85CE7131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景点归属使用事件快照  示例数据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73DF63-96D0-4D63-914F-03C445BF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EC7472-907A-425D-AC14-7E0F3DE7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953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景点圈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 / TR次数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LEAD次数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总次数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示例景点圈A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示例景点圈B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示例景点圈C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218541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853456fc98418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D9B5BD-2109-41B1-8551-EABE2B18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加分分类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588808-A71A-4BFB-9B56-63F223DC2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按已通过认可记录次数分类  单位：条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73400D-E060-475D-907F-6DD69BC4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F11690-DBC8-4B8B-B4D7-E4FDD8D6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498fcadc1d469f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16AF5D-0430-4BEF-A330-6A73E835C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记录数量与实际计入分值分别统计，不混用。</a:t>
            </a:r>
          </a:p>
        </p:txBody>
      </p:sp>
    </p:spTree>
    <p:extLst>
      <p:ext uri="{BB962C8B-B14F-4D97-AF65-F5344CB8AC3E}">
        <p14:creationId xmlns:p14="http://schemas.microsoft.com/office/powerpoint/2010/main" val="32650605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e6070a1d8840a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361A1-795B-4D25-8902-9E8C62E5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加分分类：景点圈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B4F68A-D782-431C-8E1F-4CF36CBF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按景点圈及人员类别汇总  单位：条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6FB6CF-EBF6-4216-BDB6-8BCDDC57D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DE75EE-C22F-4D66-A611-52CFC288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953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景点圈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 / TR认可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LEAD认可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总记录数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示例景点圈A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示例景点圈B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315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示例景点圈C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305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840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960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07704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da86bf22b24a6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6E2D91-CA2D-49DF-B24C-30FE3E21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认可发放排名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ABFE26-74EE-4747-BCD8-DA5BB0E0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按签卡人发放数量排序  单位：条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76AAB3-A594-4387-BE8A-E8407ACC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9B4BAC-E401-417A-B254-E1E5D6904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467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953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排名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登记人 / 签卡人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景点圈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发放数量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示例登记人01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示例景点圈A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示例登记人02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示例景点圈B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73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示例登记人03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示例景点圈C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示例登记人04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示例景点圈A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59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示例登记人05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示例景点圈B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示例登记人06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示例景点圈C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BB919C-8E44-448E-89C9-B4047F47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签卡人与代录操作人分开统计，避免重复累计。</a:t>
            </a:r>
          </a:p>
        </p:txBody>
      </p:sp>
    </p:spTree>
    <p:extLst>
      <p:ext uri="{BB962C8B-B14F-4D97-AF65-F5344CB8AC3E}">
        <p14:creationId xmlns:p14="http://schemas.microsoft.com/office/powerpoint/2010/main" val="118304090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8a01aa8d4a4c4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F3F70D-3DC7-4EE7-9153-4230FE10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认可统计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120DED-2485-4C7A-81DE-9358712B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认可率与员工覆盖率采用不同口径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F556AD-80E6-4413-A9C1-C47368098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6A8667-8752-4BE2-809F-54C7A8345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953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景点圈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认可数量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统计人数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认可率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示例景点圈A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340%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示例景点圈B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315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105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300%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示例景点圈C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305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115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265.22%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960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300%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C2EDA2-2EAA-4F45-9521-5F5625B8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认可率 = 认可数量 ÷ 统计人数 × 100%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EE0F09-93CA-4DFB-99D7-CA8EA920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统计人数、LOA排除和历史归属以对应月份规则为准。</a:t>
            </a:r>
          </a:p>
        </p:txBody>
      </p:sp>
    </p:spTree>
    <p:extLst>
      <p:ext uri="{BB962C8B-B14F-4D97-AF65-F5344CB8AC3E}">
        <p14:creationId xmlns:p14="http://schemas.microsoft.com/office/powerpoint/2010/main" val="115332074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5bcc2d402848d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4F6274-60E9-4C4E-BD6A-9766D433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认可率历史趋势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B354AD-969C-411A-9F58-6E57E365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同一报告范围、同一人数口径  单位：%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3CDC5-4814-456A-B468-F0FE3E24D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3D8BFD-9AC8-4102-80F1-0F23A2C8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00b878a45ed428e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55D0D2-F41F-47FD-9D18-4F3E74F1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无历史数据时显示“数据缺失”，不补造数值。</a:t>
            </a:r>
          </a:p>
        </p:txBody>
      </p:sp>
    </p:spTree>
    <p:extLst>
      <p:ext uri="{BB962C8B-B14F-4D97-AF65-F5344CB8AC3E}">
        <p14:creationId xmlns:p14="http://schemas.microsoft.com/office/powerpoint/2010/main" val="177617941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120f39e2a5424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EE95A-F38A-43A4-B0D1-E0BFB863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小组分排名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41C425-84AE-477C-91C7-5EB26C64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按系统计算的小组平均分降序排列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53ED90-B57D-4BA1-86AF-C4CF0029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7DF8DD-E682-4196-BCDE-01837C87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467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953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排名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小组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景点圈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计分人数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平均分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示例小组1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示例景点圈A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15.50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示例小组2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示例景点圈B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14.90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示例小组3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示例景点圈C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14.30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示例小组4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示例景点圈A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13.70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示例小组5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示例景点圈B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13.10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示例小组6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示例景点圈C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12.50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293E9B-5D5B-4C2A-85D2-AB7E1183A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复用计分上限、LOA及月结口径。历史小组使用当月归属快照。</a:t>
            </a:r>
          </a:p>
        </p:txBody>
      </p:sp>
    </p:spTree>
    <p:extLst>
      <p:ext uri="{BB962C8B-B14F-4D97-AF65-F5344CB8AC3E}">
        <p14:creationId xmlns:p14="http://schemas.microsoft.com/office/powerpoint/2010/main" val="78524365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2249a8931d4d3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61DEC4-6EF7-44B2-BF2C-8EBFFA5E2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优秀员工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0BEACA-F6FA-46FC-9AA5-F1800267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系统推荐候选，经人工确认后纳入正式月报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6938C3-9082-4F93-8C98-E49E252E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C52AAA-CD30-45FB-98DD-CCB65641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1981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953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人员类别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候选员工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景点圈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推荐依据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示例候选01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示例景点圈A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月度PR排名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示例候选02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示例景点圈B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月度PR排名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LEAD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示例候选03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示例景点圈C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月度PR排名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4D1B65-7C5D-484C-8442-8EB37397F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名单状态：示例展示，尚未人工确认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B8073D-14A6-49C9-958C-5C5EAACB1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事迹说明由使用者填写。未确认名单时，正式导出跳过本页。</a:t>
            </a:r>
          </a:p>
        </p:txBody>
      </p:sp>
    </p:spTree>
    <p:extLst>
      <p:ext uri="{BB962C8B-B14F-4D97-AF65-F5344CB8AC3E}">
        <p14:creationId xmlns:p14="http://schemas.microsoft.com/office/powerpoint/2010/main" val="113125940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73c3c1cdb4a2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43EB28-B27D-4D02-B310-7B59852B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PR排名：CM / TR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2BF724-2378-4B5F-BD41-08B24A327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示例景点圈A  1 / 2  每页最多8人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C5C212-BF53-4927-AAF1-3FEDC8E2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D64857-E5D8-40F8-A56B-B432C9A56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6383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2000"/>
                <a:gridCol w="2095500"/>
                <a:gridCol w="1524000"/>
                <a:gridCol w="1571625"/>
                <a:gridCol w="1666875"/>
                <a:gridCol w="1666875"/>
                <a:gridCol w="1685925"/>
              </a:tblGrid>
              <a:tr h="45508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排名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员工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工号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加分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实际扣分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全勤分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综合分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示例员工01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9000001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示例员工02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9000002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7.70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19.70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示例员工03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9000003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19.40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示例员工04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9000004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7.10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19.10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示例员工05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9000005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6.80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18.80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示例员工06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9000006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6.50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18.50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示例员工07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9000007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6.20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18.20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示例员工08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9000008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5.90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17.90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AB3859-6AE3-41F6-9AE1-A258C39C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LOA排除计分，排名及分值复用系统正式口径。</a:t>
            </a:r>
          </a:p>
        </p:txBody>
      </p:sp>
    </p:spTree>
    <p:extLst>
      <p:ext uri="{BB962C8B-B14F-4D97-AF65-F5344CB8AC3E}">
        <p14:creationId xmlns:p14="http://schemas.microsoft.com/office/powerpoint/2010/main" val="9905710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570da2783148e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648435-C8B2-4D0B-A375-F4C55B9A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PR排名：CM / TR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67D2DD-8037-42FC-AAC0-3541C97A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示例景点圈A  2 / 2  每页最多8人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DE27E0-2CC5-4489-8F45-F01D7378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234C64-F210-4C30-8E9A-80E3BB8B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6383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2000"/>
                <a:gridCol w="2095500"/>
                <a:gridCol w="1524000"/>
                <a:gridCol w="1571625"/>
                <a:gridCol w="1666875"/>
                <a:gridCol w="1666875"/>
                <a:gridCol w="1685925"/>
              </a:tblGrid>
              <a:tr h="45508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排名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员工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工号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加分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实际扣分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全勤分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综合分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示例员工09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9000009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5.60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17.60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示例员工10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9000010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5.30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17.30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示例员工11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9000011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示例员工12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9000012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4.70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16.70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示例员工13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9000013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4.40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16.40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示例员工14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9000014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16.10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示例员工15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9000015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3.80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15.80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示例员工16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9000016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15.50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D96BD0-FCC9-4E02-9EA9-D8F8873C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LOA排除计分，排名及分值复用系统正式口径。</a:t>
            </a:r>
          </a:p>
        </p:txBody>
      </p:sp>
    </p:spTree>
    <p:extLst>
      <p:ext uri="{BB962C8B-B14F-4D97-AF65-F5344CB8AC3E}">
        <p14:creationId xmlns:p14="http://schemas.microsoft.com/office/powerpoint/2010/main" val="204143014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11930c800f4ca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6348BC-13DC-4999-8D5E-DAA95213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PR排名：LEAD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56BE90-0B86-4BF3-AB39-115DB8A5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示例景点圈A  1 / 1  每页最多8人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921FA4-5F99-4D2A-96B5-D7CF14A3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8642FF-03D6-4220-AC2A-9DE2963F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6383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2000"/>
                <a:gridCol w="2095500"/>
                <a:gridCol w="1524000"/>
                <a:gridCol w="1571625"/>
                <a:gridCol w="1666875"/>
                <a:gridCol w="1666875"/>
                <a:gridCol w="1685925"/>
              </a:tblGrid>
              <a:tr h="45508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排名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员工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工号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加分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实际扣分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全勤分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综合分</a:t>
                      </a:r>
                    </a:p>
                  </a:txBody>
                  <a:tcPr marL="91440" marR="91440" marT="45720" marB="45720">
                    <a:solidFill>
                      <a:srgbClr val="175540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示例员工01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9000001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示例员工02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9000002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7.70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19.70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示例员工03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9000003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19.40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示例员工04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9000004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7.10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19.10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示例员工05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9000005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6.80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18.80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示例员工06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9000006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6.50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18.50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示例员工07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9000007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6.20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18.20</a:t>
                      </a:r>
                    </a:p>
                  </a:txBody>
                  <a:tcPr marL="91440" marR="91440" marT="45720" marB="45720">
                    <a:solidFill>
                      <a:srgbClr val="F8FCF9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示例员工08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9000008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5.90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55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17.90</a:t>
                      </a:r>
                    </a:p>
                  </a:txBody>
                  <a:tcPr marL="91440" marR="91440" marT="45720" marB="45720">
                    <a:solidFill>
                      <a:srgbClr val="EAF4ED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D8ECD2-40BE-453F-BE37-ADA7F3CA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LOA排除计分，排名及分值复用系统正式口径。</a:t>
            </a:r>
          </a:p>
        </p:txBody>
      </p:sp>
    </p:spTree>
    <p:extLst>
      <p:ext uri="{BB962C8B-B14F-4D97-AF65-F5344CB8AC3E}">
        <p14:creationId xmlns:p14="http://schemas.microsoft.com/office/powerpoint/2010/main" val="192890191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3d55e2f722460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64C77A-C28F-4B62-A072-138BEF6F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月度工作与规则说明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29049D-E374-4014-81EB-39E225708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人工补充章节  无内容时隐藏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80AEF-82DA-4A5F-AA3C-FB2F875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C63B2B-C6F9-4A8C-9AD5-5DCEF6C5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9FAAD5-2682-48D4-8CDA-2AE2D88C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本月工作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6F870-DA33-444D-8594-D5A0D2DB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在此填写实际工作说明、适用范围及完成情况。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5E3EF7-95A8-4AC0-B749-7806AFE0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规则说明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7ABA46-C73C-4026-8762-21A3F9BB9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在此填写已确认的规则变更及生效日期。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F81074-465B-4988-BBC2-45260BEE6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该章节不作为新增业务规则的数据来源。</a:t>
            </a:r>
          </a:p>
        </p:txBody>
      </p:sp>
    </p:spTree>
    <p:extLst>
      <p:ext uri="{BB962C8B-B14F-4D97-AF65-F5344CB8AC3E}">
        <p14:creationId xmlns:p14="http://schemas.microsoft.com/office/powerpoint/2010/main" val="54983816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82ccc64c68496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CCF8B2-ADCC-43F8-AED1-F5CAA927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团队活动：单张大图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DFBCB1-8773-4F89-BA0C-EBF00F77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照片及活动说明由使用者提供  未上传时跳过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882C89-9245-4746-8BB4-9F38B1A5D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E56E4A-AAA6-43C2-8A20-FB19B19D0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3DA18A-AE5F-45A0-8C13-173FF334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8001000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EC"/>
          </a:solidFill>
          <a:ln xmlns:a="http://schemas.openxmlformats.org/drawingml/2006/main" w="9525">
            <a:solidFill>
              <a:srgbClr val="91B7A0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311949-B93C-46D3-8FE6-5FA52BC2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52813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照片插入区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D2D0BF-A572-45D4-91F1-31D033FF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1800225"/>
            <a:ext cx="26003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活动名称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C6DC23-0D66-4B07-80FF-E308DD49C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428875"/>
            <a:ext cx="2552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日期、地点与简短活动说明</a:t>
            </a:r>
          </a:p>
        </p:txBody>
      </p:sp>
    </p:spTree>
    <p:extLst>
      <p:ext uri="{BB962C8B-B14F-4D97-AF65-F5344CB8AC3E}">
        <p14:creationId xmlns:p14="http://schemas.microsoft.com/office/powerpoint/2010/main" val="2084275968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6a8609c6f5469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58F186-E38E-4B27-8392-918323BA3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团队活动：双图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160443-CE8C-4F26-BE52-2CD5CCE6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照片及活动说明由使用者提供  未上传时跳过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35C943-438C-4877-AF87-3201F890A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C0C744-3BA3-4538-857B-0286EC8F4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894119-22D5-4825-A5D1-0BE1FD38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3340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EC"/>
          </a:solidFill>
          <a:ln xmlns:a="http://schemas.openxmlformats.org/drawingml/2006/main" w="9525">
            <a:solidFill>
              <a:srgbClr val="91B7A0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BD999A-AC31-427A-B6C7-C4EF9CC1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62313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照片插入区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5E22CA-DD2A-4208-8FE5-067D3D9B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14500"/>
            <a:ext cx="53340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EC"/>
          </a:solidFill>
          <a:ln xmlns:a="http://schemas.openxmlformats.org/drawingml/2006/main" w="9525">
            <a:solidFill>
              <a:srgbClr val="91B7A0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9F54DB-AF65-4808-B57F-D05F25B3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62313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照片插入区 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2E252F-B02B-456A-89C9-1E7FA941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活动名称、日期与说明</a:t>
            </a:r>
          </a:p>
        </p:txBody>
      </p:sp>
    </p:spTree>
    <p:extLst>
      <p:ext uri="{BB962C8B-B14F-4D97-AF65-F5344CB8AC3E}">
        <p14:creationId xmlns:p14="http://schemas.microsoft.com/office/powerpoint/2010/main" val="78679968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2db449d964c7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417068-4664-4219-B8CE-C9EF3C47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团队活动：四图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B8054-D35E-409A-AC06-1EA89668B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照片及活动说明由使用者提供  未上传时跳过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E92356-2541-4CC4-AA9D-3289B8F9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92F6AA-E2F0-43AB-A547-13557B15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2217FC-A158-4469-A711-74B672F4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238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EC"/>
          </a:solidFill>
          <a:ln xmlns:a="http://schemas.openxmlformats.org/drawingml/2006/main" w="9525">
            <a:solidFill>
              <a:srgbClr val="91B7A0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07829C-020F-4E71-9F86-7FB832FF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28875"/>
            <a:ext cx="4857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照片插入区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AD50C0-61D9-472C-BA53-3EA42105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14500"/>
            <a:ext cx="5238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EC"/>
          </a:solidFill>
          <a:ln xmlns:a="http://schemas.openxmlformats.org/drawingml/2006/main" w="9525">
            <a:solidFill>
              <a:srgbClr val="91B7A0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C93000-C9C7-455C-ABC7-ED374FA0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28875"/>
            <a:ext cx="4857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照片插入区 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D7763C-9627-4DD6-8E53-FFD85D75C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5238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EC"/>
          </a:solidFill>
          <a:ln xmlns:a="http://schemas.openxmlformats.org/drawingml/2006/main" w="9525">
            <a:solidFill>
              <a:srgbClr val="91B7A0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0A6EB8-8F2D-4484-9F98-E2BF7C3C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4857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照片插入区 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156992-88AC-459F-BD74-D7F6F44D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81425"/>
            <a:ext cx="5238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EC"/>
          </a:solidFill>
          <a:ln xmlns:a="http://schemas.openxmlformats.org/drawingml/2006/main" w="9525">
            <a:solidFill>
              <a:srgbClr val="91B7A0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83B033-9A39-4F0C-8208-7654FCD37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95800"/>
            <a:ext cx="4857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照片插入区 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920759-5DE6-4220-868E-7AC445AD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活动名称、日期与说明</a:t>
            </a:r>
          </a:p>
        </p:txBody>
      </p:sp>
    </p:spTree>
    <p:extLst>
      <p:ext uri="{BB962C8B-B14F-4D97-AF65-F5344CB8AC3E}">
        <p14:creationId xmlns:p14="http://schemas.microsoft.com/office/powerpoint/2010/main" val="1955821899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df04c2714244f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DEBC19-4E20-4AB8-A1BA-C821B171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生日祝福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0C7D49-3EE7-4F57-8D02-E48FB61A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人员名单与生日素材由使用者提供  未提供时隐藏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B5BC9A-15DA-4AA2-B298-7BB35D28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示例数据 / 非正式报告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BB8984-B91A-4756-A91E-B67C6344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28783E-BA6F-43ED-8AD8-295F034A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祝本月生日伙伴生日快乐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EFB7E7-6F8D-4CDF-B0FA-D496C37FA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在此插入经授权的生日名单、照片与祝福内容。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CF3F61-4171-4DD0-8E5E-E7B6898D9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47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系统当前未提供生日字段，不自动推测。</a:t>
            </a:r>
          </a:p>
        </p:txBody>
      </p:sp>
    </p:spTree>
    <p:extLst>
      <p:ext uri="{BB962C8B-B14F-4D97-AF65-F5344CB8AC3E}">
        <p14:creationId xmlns:p14="http://schemas.microsoft.com/office/powerpoint/2010/main" val="1099734071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0ce57c2deb47a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2977B5-8B51-4D05-8DEC-84DFD9143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904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57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575" b="1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感谢每一位伙伴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89A52C-E8D6-4CF6-B7E3-DB239F167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76525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175540"/>
                </a:solidFill>
                <a:latin typeface="Microsoft YaHei"/>
                <a:ea typeface="Microsoft YaHei"/>
                <a:cs typeface="Microsoft YaHei"/>
              </a:rPr>
              <a:t>一起记录认可，共同成长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8D3BFC-C028-4C6A-9C96-EB43BFAA7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957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67366"/>
                </a:solidFill>
                <a:latin typeface="Microsoft YaHei"/>
                <a:ea typeface="Microsoft YaHei"/>
                <a:cs typeface="Microsoft YaHei"/>
              </a:rPr>
              <a:t>Forest &amp; Zootopia</a:t>
            </a:r>
          </a:p>
        </p:txBody>
      </p:sp>
    </p:spTree>
    <p:extLst>
      <p:ext uri="{BB962C8B-B14F-4D97-AF65-F5344CB8AC3E}">
        <p14:creationId xmlns:p14="http://schemas.microsoft.com/office/powerpoint/2010/main" val="5385364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2026-09-26T18:03:08.9780000Z</dcterms:created>
  <dcterms:modified xsi:type="dcterms:W3CDTF">2026-09-26T18:03:08.9780000Z</dcterms:modified>
</coreProperties>
</file>