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6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c70a4472f349b1" /><Relationship Type="http://schemas.openxmlformats.org/officeDocument/2006/relationships/extended-properties" Target="/docProps/app.xml" Id="R2d23764c5d064270" /><Relationship Type="http://schemas.openxmlformats.org/officeDocument/2006/relationships/officeDocument" Target="/ppt/presentation.xml" Id="R2daaff1d3fa740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ddeb56a6634262"/>
  </p:sldMasterIdLst>
  <p:notesMasterIdLst>
    <p:notesMasterId xmlns:r="http://schemas.openxmlformats.org/officeDocument/2006/relationships" r:id="R34ac6d3226c94c70"/>
  </p:notesMasterIdLst>
  <p:sldIdLst>
    <p:sldId xmlns:r="http://schemas.openxmlformats.org/officeDocument/2006/relationships" id="256" r:id="R9e13d00d4b654379"/>
    <p:sldId xmlns:r="http://schemas.openxmlformats.org/officeDocument/2006/relationships" id="257" r:id="Ra050b77002cb43ad"/>
    <p:sldId xmlns:r="http://schemas.openxmlformats.org/officeDocument/2006/relationships" id="258" r:id="R14838d96d4d04006"/>
    <p:sldId xmlns:r="http://schemas.openxmlformats.org/officeDocument/2006/relationships" id="259" r:id="Ra80c51b133db43dc"/>
    <p:sldId xmlns:r="http://schemas.openxmlformats.org/officeDocument/2006/relationships" id="260" r:id="R9f34982b3b1f45ab"/>
    <p:sldId xmlns:r="http://schemas.openxmlformats.org/officeDocument/2006/relationships" id="261" r:id="Rd66845895fed4520"/>
    <p:sldId xmlns:r="http://schemas.openxmlformats.org/officeDocument/2006/relationships" id="262" r:id="R4cecd59446544a42"/>
    <p:sldId xmlns:r="http://schemas.openxmlformats.org/officeDocument/2006/relationships" id="263" r:id="Rae78baf29ce04d3b"/>
    <p:sldId xmlns:r="http://schemas.openxmlformats.org/officeDocument/2006/relationships" id="264" r:id="R1babbf1bc1a54d4d"/>
    <p:sldId xmlns:r="http://schemas.openxmlformats.org/officeDocument/2006/relationships" id="265" r:id="R3040645fbf664f5d"/>
    <p:sldId xmlns:r="http://schemas.openxmlformats.org/officeDocument/2006/relationships" id="266" r:id="R56e09bab10604a89"/>
    <p:sldId xmlns:r="http://schemas.openxmlformats.org/officeDocument/2006/relationships" id="267" r:id="Rbca1ec75520540ca"/>
    <p:sldId xmlns:r="http://schemas.openxmlformats.org/officeDocument/2006/relationships" id="268" r:id="Redda7005972c47d7"/>
    <p:sldId xmlns:r="http://schemas.openxmlformats.org/officeDocument/2006/relationships" id="269" r:id="R04a9c5ceee3040b3"/>
    <p:sldId xmlns:r="http://schemas.openxmlformats.org/officeDocument/2006/relationships" id="270" r:id="R2ce47a40ba294efc"/>
    <p:sldId xmlns:r="http://schemas.openxmlformats.org/officeDocument/2006/relationships" id="271" r:id="R2cfcdaa039344a7d"/>
    <p:sldId xmlns:r="http://schemas.openxmlformats.org/officeDocument/2006/relationships" id="272" r:id="R6ecbade6fb6e48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02d288b8f048a0" /><Relationship Type="http://schemas.openxmlformats.org/officeDocument/2006/relationships/slideMaster" Target="/ppt/slideMasters/slideMaster1.xml" Id="R7cddeb56a6634262" /><Relationship Type="http://schemas.openxmlformats.org/officeDocument/2006/relationships/notesMaster" Target="/ppt/notesMasters/notesMaster1.xml" Id="R34ac6d3226c94c70" /><Relationship Type="http://schemas.openxmlformats.org/officeDocument/2006/relationships/presProps" Target="/ppt/presProps.xml" Id="R9adf9f3146914a78" /><Relationship Type="http://schemas.openxmlformats.org/officeDocument/2006/relationships/tableStyles" Target="/ppt/tableStyles.xml" Id="Rd52aee326a914faf" /><Relationship Type="http://schemas.openxmlformats.org/officeDocument/2006/relationships/slide" Target="/ppt/slides/slide1.xml" Id="R9e13d00d4b654379" /><Relationship Type="http://schemas.openxmlformats.org/officeDocument/2006/relationships/slide" Target="/ppt/slides/slide2.xml" Id="Ra050b77002cb43ad" /><Relationship Type="http://schemas.openxmlformats.org/officeDocument/2006/relationships/slide" Target="/ppt/slides/slide3.xml" Id="R14838d96d4d04006" /><Relationship Type="http://schemas.openxmlformats.org/officeDocument/2006/relationships/slide" Target="/ppt/slides/slide4.xml" Id="Ra80c51b133db43dc" /><Relationship Type="http://schemas.openxmlformats.org/officeDocument/2006/relationships/slide" Target="/ppt/slides/slide5.xml" Id="R9f34982b3b1f45ab" /><Relationship Type="http://schemas.openxmlformats.org/officeDocument/2006/relationships/slide" Target="/ppt/slides/slide6.xml" Id="Rd66845895fed4520" /><Relationship Type="http://schemas.openxmlformats.org/officeDocument/2006/relationships/slide" Target="/ppt/slides/slide7.xml" Id="R4cecd59446544a42" /><Relationship Type="http://schemas.openxmlformats.org/officeDocument/2006/relationships/slide" Target="/ppt/slides/slide8.xml" Id="Rae78baf29ce04d3b" /><Relationship Type="http://schemas.openxmlformats.org/officeDocument/2006/relationships/slide" Target="/ppt/slides/slide9.xml" Id="R1babbf1bc1a54d4d" /><Relationship Type="http://schemas.openxmlformats.org/officeDocument/2006/relationships/slide" Target="/ppt/slides/slide10.xml" Id="R3040645fbf664f5d" /><Relationship Type="http://schemas.openxmlformats.org/officeDocument/2006/relationships/slide" Target="/ppt/slides/slide11.xml" Id="R56e09bab10604a89" /><Relationship Type="http://schemas.openxmlformats.org/officeDocument/2006/relationships/slide" Target="/ppt/slides/slide12.xml" Id="Rbca1ec75520540ca" /><Relationship Type="http://schemas.openxmlformats.org/officeDocument/2006/relationships/slide" Target="/ppt/slides/slide13.xml" Id="Redda7005972c47d7" /><Relationship Type="http://schemas.openxmlformats.org/officeDocument/2006/relationships/slide" Target="/ppt/slides/slide14.xml" Id="R04a9c5ceee3040b3" /><Relationship Type="http://schemas.openxmlformats.org/officeDocument/2006/relationships/slide" Target="/ppt/slides/slide15.xml" Id="R2ce47a40ba294efc" /><Relationship Type="http://schemas.openxmlformats.org/officeDocument/2006/relationships/slide" Target="/ppt/slides/slide16.xml" Id="R2cfcdaa039344a7d" /><Relationship Type="http://schemas.openxmlformats.org/officeDocument/2006/relationships/slide" Target="/ppt/slides/slide17.xml" Id="R6ecbade6fb6e48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4f0c9751b749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f0b32ae87f45ee" /><Relationship Type="http://schemas.openxmlformats.org/officeDocument/2006/relationships/notesMaster" Target="/ppt/notesMasters/notesMaster1.xml" Id="R087ab10595e741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71ca646c0f4581" /><Relationship Type="http://schemas.openxmlformats.org/officeDocument/2006/relationships/notesMaster" Target="/ppt/notesMasters/notesMaster1.xml" Id="Rff4b7187cb5e42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8fac74d02e4ee0" /><Relationship Type="http://schemas.openxmlformats.org/officeDocument/2006/relationships/notesMaster" Target="/ppt/notesMasters/notesMaster1.xml" Id="R5b9210916e0e4c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bdcdff6ccc44c7" /><Relationship Type="http://schemas.openxmlformats.org/officeDocument/2006/relationships/notesMaster" Target="/ppt/notesMasters/notesMaster1.xml" Id="Rc4cf7383594942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306ef68dcd431a" /><Relationship Type="http://schemas.openxmlformats.org/officeDocument/2006/relationships/notesMaster" Target="/ppt/notesMasters/notesMaster1.xml" Id="Rf77e81cd026141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1401cb49bb4b33" /><Relationship Type="http://schemas.openxmlformats.org/officeDocument/2006/relationships/notesMaster" Target="/ppt/notesMasters/notesMaster1.xml" Id="R2171f34096524f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22f85cebee4cac" /><Relationship Type="http://schemas.openxmlformats.org/officeDocument/2006/relationships/notesMaster" Target="/ppt/notesMasters/notesMaster1.xml" Id="R1c6299c42a1848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d5bdc5e7a045fc" /><Relationship Type="http://schemas.openxmlformats.org/officeDocument/2006/relationships/notesMaster" Target="/ppt/notesMasters/notesMaster1.xml" Id="R55a5b699677044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197661d89f4381" /><Relationship Type="http://schemas.openxmlformats.org/officeDocument/2006/relationships/notesMaster" Target="/ppt/notesMasters/notesMaster1.xml" Id="R7ced7010b2dd44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8b1b91b8624640" /><Relationship Type="http://schemas.openxmlformats.org/officeDocument/2006/relationships/notesMaster" Target="/ppt/notesMasters/notesMaster1.xml" Id="Rc42e02d2d00848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f4e54228844916" /><Relationship Type="http://schemas.openxmlformats.org/officeDocument/2006/relationships/notesMaster" Target="/ppt/notesMasters/notesMaster1.xml" Id="R5816ba2985544f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bbf4df7aea4b8c" /><Relationship Type="http://schemas.openxmlformats.org/officeDocument/2006/relationships/notesMaster" Target="/ppt/notesMasters/notesMaster1.xml" Id="R5a30c8f054af44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0b14e5e5b94802" /><Relationship Type="http://schemas.openxmlformats.org/officeDocument/2006/relationships/notesMaster" Target="/ppt/notesMasters/notesMaster1.xml" Id="R463ec8ddea1e48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400ea49d0c4cca" /><Relationship Type="http://schemas.openxmlformats.org/officeDocument/2006/relationships/notesMaster" Target="/ppt/notesMasters/notesMaster1.xml" Id="R6b7aafcbb0c847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690480a709443c" /><Relationship Type="http://schemas.openxmlformats.org/officeDocument/2006/relationships/notesMaster" Target="/ppt/notesMasters/notesMaster1.xml" Id="R604e8655ff0b47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d6f33a490445a5" /><Relationship Type="http://schemas.openxmlformats.org/officeDocument/2006/relationships/notesMaster" Target="/ppt/notesMasters/notesMaster1.xml" Id="R31ab0ee03141422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be5f41bc194944" /><Relationship Type="http://schemas.openxmlformats.org/officeDocument/2006/relationships/notesMaster" Target="/ppt/notesMasters/notesMaster1.xml" Id="R9df0c3055eca47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ac8e4b23049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72c6419624d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1353d801c47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49c14d84743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d6dea3ba94c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8caa71d4c4c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76ED57-8F99-426A-ABCE-4BA9E74A57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AC542C-4387-4D09-BF68-AD2645FB81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D820D7-20FD-4E28-886D-E27727AF79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5D4783-C797-4808-A99E-72AF7E086F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9D4CBD-C06B-4113-AE76-5A821648DA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1D32CB-74E0-45DC-A76A-C11302BAEF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F0CC2E-B148-4910-9B7F-EDF48A8C77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FB79D6-0EB7-4395-8F8B-910ABE44ED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2A5C3C-AB69-4967-8567-1522B9B2E6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0A8FBE-BB1B-4202-AE00-237BB301CE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2b7514a42a4de3" /><Relationship Type="http://schemas.openxmlformats.org/officeDocument/2006/relationships/slideLayout" Target="/ppt/slideLayouts/slideLayout1.xml" Id="Rea34aae762874cce" /><Relationship Type="http://schemas.openxmlformats.org/officeDocument/2006/relationships/slideLayout" Target="/ppt/slideLayouts/slideLayout2.xml" Id="R2cff811625f84a32" /><Relationship Type="http://schemas.openxmlformats.org/officeDocument/2006/relationships/slideLayout" Target="/ppt/slideLayouts/slideLayout3.xml" Id="Rd2716c513a4649d6" /><Relationship Type="http://schemas.openxmlformats.org/officeDocument/2006/relationships/slideLayout" Target="/ppt/slideLayouts/slideLayout4.xml" Id="Rc49b832481fe4446" /><Relationship Type="http://schemas.openxmlformats.org/officeDocument/2006/relationships/slideLayout" Target="/ppt/slideLayouts/slideLayout5.xml" Id="R4072b8c09eab42ad" /><Relationship Type="http://schemas.openxmlformats.org/officeDocument/2006/relationships/slideLayout" Target="/ppt/slideLayouts/slideLayout6.xml" Id="Ra91a21ac687641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34aae762874cce"/>
    <p:sldLayoutId xmlns:r="http://schemas.openxmlformats.org/officeDocument/2006/relationships" id="2147483650" r:id="R2cff811625f84a32"/>
    <p:sldLayoutId xmlns:r="http://schemas.openxmlformats.org/officeDocument/2006/relationships" id="2147483651" r:id="Rd2716c513a4649d6"/>
    <p:sldLayoutId xmlns:r="http://schemas.openxmlformats.org/officeDocument/2006/relationships" id="2147483652" r:id="Rc49b832481fe4446"/>
    <p:sldLayoutId xmlns:r="http://schemas.openxmlformats.org/officeDocument/2006/relationships" id="2147483653" r:id="R4072b8c09eab42ad"/>
    <p:sldLayoutId xmlns:r="http://schemas.openxmlformats.org/officeDocument/2006/relationships" id="2147483654" r:id="Ra91a21ac687641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45e3883a04d84" /><Relationship Type="http://schemas.openxmlformats.org/officeDocument/2006/relationships/image" Target="/ppt/media/image.png" Id="Re3fabb43206b484c" /><Relationship Type="http://schemas.openxmlformats.org/officeDocument/2006/relationships/image" Target="/ppt/media/image.jpeg" Id="R3da08c19b5684189" /><Relationship Type="http://schemas.openxmlformats.org/officeDocument/2006/relationships/notesSlide" Target="/ppt/notesSlides/notesSlide1.xml" Id="Rd6a4e36400e746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a68311ee6e45e8" /><Relationship Type="http://schemas.openxmlformats.org/officeDocument/2006/relationships/chart" Target="/ppt/slides/charts/chart1.xml" Id="R7365d14be6114afe" /><Relationship Type="http://schemas.openxmlformats.org/officeDocument/2006/relationships/notesSlide" Target="/ppt/notesSlides/notesSlide2.xml" Id="R7ff5ea2b11614d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fe13ac95004de7" /><Relationship Type="http://schemas.openxmlformats.org/officeDocument/2006/relationships/chart" Target="/ppt/slides/charts/chart2.xml" Id="R3fb1ab09942e4b98" /><Relationship Type="http://schemas.openxmlformats.org/officeDocument/2006/relationships/notesSlide" Target="/ppt/notesSlides/notesSlide3.xml" Id="R330b6c08c8b94c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cab0f8d6ee426b" /><Relationship Type="http://schemas.openxmlformats.org/officeDocument/2006/relationships/notesSlide" Target="/ppt/notesSlides/notesSlide4.xml" Id="R8dbe970c24cd42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269cc04734cf9" /><Relationship Type="http://schemas.openxmlformats.org/officeDocument/2006/relationships/notesSlide" Target="/ppt/notesSlides/notesSlide5.xml" Id="R90d5b2b8a2f34a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e4a737624f423e" /><Relationship Type="http://schemas.openxmlformats.org/officeDocument/2006/relationships/notesSlide" Target="/ppt/notesSlides/notesSlide6.xml" Id="R3b2fbbdf75c545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b43abe3bfb4bbd" /><Relationship Type="http://schemas.openxmlformats.org/officeDocument/2006/relationships/chart" Target="/ppt/slides/charts/chart3.xml" Id="R53553f4a85fa4df9" /><Relationship Type="http://schemas.openxmlformats.org/officeDocument/2006/relationships/notesSlide" Target="/ppt/notesSlides/notesSlide7.xml" Id="Rbf3c913f7bdf4f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bbdd0fe1454e16" /><Relationship Type="http://schemas.openxmlformats.org/officeDocument/2006/relationships/chart" Target="/ppt/slides/charts/chart4.xml" Id="Rc7391af5cb064632" /><Relationship Type="http://schemas.openxmlformats.org/officeDocument/2006/relationships/notesSlide" Target="/ppt/notesSlides/notesSlide8.xml" Id="Rd5ff995ddef940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8918decd94c94" /><Relationship Type="http://schemas.openxmlformats.org/officeDocument/2006/relationships/notesSlide" Target="/ppt/notesSlides/notesSlide9.xml" Id="Rcbc5bf09a8af44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d4ddf3b3204cd4" /><Relationship Type="http://schemas.openxmlformats.org/officeDocument/2006/relationships/notesSlide" Target="/ppt/notesSlides/notesSlide10.xml" Id="Rd4bb17fd9da544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a69aeb9d342ba" /><Relationship Type="http://schemas.openxmlformats.org/officeDocument/2006/relationships/notesSlide" Target="/ppt/notesSlides/notesSlide11.xml" Id="R773f3d2910c741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9976af2e44df8" /><Relationship Type="http://schemas.openxmlformats.org/officeDocument/2006/relationships/notesSlide" Target="/ppt/notesSlides/notesSlide12.xml" Id="R4a20ea04008246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ab12454fdf4879" /><Relationship Type="http://schemas.openxmlformats.org/officeDocument/2006/relationships/notesSlide" Target="/ppt/notesSlides/notesSlide13.xml" Id="Rc43d8b584c0e4c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0e2c8573c4608" /><Relationship Type="http://schemas.openxmlformats.org/officeDocument/2006/relationships/notesSlide" Target="/ppt/notesSlides/notesSlide14.xml" Id="Rf096425d24ec4d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d0803c485b4b1b" /><Relationship Type="http://schemas.openxmlformats.org/officeDocument/2006/relationships/chart" Target="/ppt/slides/charts/chart5.xml" Id="R9ef00175493040d8" /><Relationship Type="http://schemas.openxmlformats.org/officeDocument/2006/relationships/notesSlide" Target="/ppt/notesSlides/notesSlide15.xml" Id="Rff66946947104f0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e31de665a44c2" /><Relationship Type="http://schemas.openxmlformats.org/officeDocument/2006/relationships/chart" Target="/ppt/slides/charts/chart6.xml" Id="R04668a45d35145e9" /><Relationship Type="http://schemas.openxmlformats.org/officeDocument/2006/relationships/notesSlide" Target="/ppt/notesSlides/notesSlide16.xml" Id="R0aab88d065bf48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65e4dd70a402c" /><Relationship Type="http://schemas.openxmlformats.org/officeDocument/2006/relationships/notesSlide" Target="/ppt/notesSlides/notesSlide17.xml" Id="Ra006896d50cf42d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CM/TR</c:v>
          </c:tx>
          <c:spPr>
            <a:solidFill xmlns:a="http://schemas.openxmlformats.org/drawingml/2006/main">
              <a:srgbClr val="A8553E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88</c:v>
                </c:pt>
                <c:pt idx="1">
                  <c:v>54</c:v>
                </c:pt>
                <c:pt idx="2">
                  <c:v>38</c:v>
                </c:pt>
                <c:pt idx="3">
                  <c:v>24</c:v>
                </c:pt>
                <c:pt idx="4">
                  <c:v>12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534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1C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CM/TR</c:v>
          </c:tx>
          <c:spPr>
            <a:solidFill xmlns:a="http://schemas.openxmlformats.org/drawingml/2006/main">
              <a:srgbClr val="A8553E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88</c:v>
                </c:pt>
                <c:pt idx="1">
                  <c:v>54</c:v>
                </c:pt>
                <c:pt idx="2">
                  <c:v>38</c:v>
                </c:pt>
                <c:pt idx="3">
                  <c:v>24</c:v>
                </c:pt>
                <c:pt idx="4">
                  <c:v>12</c:v>
                </c:pt>
              </c:numCache>
            </c:numRef>
          </c:val>
        </c:ser>
        <c:ser>
          <c:idx val="1"/>
          <c:order val="1"/>
          <c:tx>
            <c:v>LEAD/其他</c:v>
          </c:tx>
          <c:spPr>
            <a:solidFill xmlns:a="http://schemas.openxmlformats.org/drawingml/2006/main">
              <a:srgbClr val="94ABB8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534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1C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CM/TR</c:v>
          </c:tx>
          <c:spPr>
            <a:solidFill xmlns:a="http://schemas.openxmlformats.org/drawingml/2006/main">
              <a:srgbClr val="A8553E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88</c:v>
                </c:pt>
                <c:pt idx="1">
                  <c:v>54</c:v>
                </c:pt>
                <c:pt idx="2">
                  <c:v>38</c:v>
                </c:pt>
                <c:pt idx="3">
                  <c:v>24</c:v>
                </c:pt>
                <c:pt idx="4">
                  <c:v>12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534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9D1C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认可率</c:v>
          </c:tx>
          <c:spPr>
            <a:solidFill xmlns:a="http://schemas.openxmlformats.org/drawingml/2006/main">
              <a:srgbClr val="A8553E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2026-07</c:v>
                </c:pt>
                <c:pt idx="1">
                  <c:v>2026-08</c:v>
                </c:pt>
                <c:pt idx="2">
                  <c:v>2026-09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95</c:v>
                </c:pt>
                <c:pt idx="1">
                  <c:v>110</c:v>
                </c:pt>
                <c:pt idx="2">
                  <c:v>120</c:v>
                </c:pt>
              </c:numCache>
            </c:numRef>
          </c:val>
        </c:ser>
        <c:dLbls>
          <c:numFmt formatCode="0.##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534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1C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认可率</c:v>
          </c:tx>
          <c:spPr>
            <a:solidFill xmlns:a="http://schemas.openxmlformats.org/drawingml/2006/main">
              <a:srgbClr val="A8553E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2026-07</c:v>
                </c:pt>
                <c:pt idx="1">
                  <c:v>2026-08</c:v>
                </c:pt>
                <c:pt idx="2">
                  <c:v>2026-09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95</c:v>
                </c:pt>
                <c:pt idx="1">
                  <c:v>110</c:v>
                </c:pt>
                <c:pt idx="2">
                  <c:v>120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534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1C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CM/TR</c:v>
          </c:tx>
          <c:spPr>
            <a:solidFill xmlns:a="http://schemas.openxmlformats.org/drawingml/2006/main">
              <a:srgbClr val="A8553E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88</c:v>
                </c:pt>
                <c:pt idx="1">
                  <c:v>54</c:v>
                </c:pt>
                <c:pt idx="2">
                  <c:v>38</c:v>
                </c:pt>
                <c:pt idx="3">
                  <c:v>24</c:v>
                </c:pt>
                <c:pt idx="4">
                  <c:v>12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534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9D1C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ayout-key">
            <a:extLst xmlns:a="http://schemas.openxmlformats.org/drawingml/2006/main">
              <a:ext uri="{FF2B5EF4-FFF2-40B4-BE49-F238E27FC236}">
                <a16:creationId xmlns:a16="http://schemas.microsoft.com/office/drawing/2014/main" id="{B2153B87-D33F-45E9-B160-CF0311B5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cover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4F3B96A-D81A-4355-B72F-E098F1C9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73D69B0D-6DA8-4F19-9D9C-C728AC10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0988AA-9A9F-423E-9428-EF77CA58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3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48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48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48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48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48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48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48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48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48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48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团队运营月报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3ECA23A-D9EA-49AA-A668-BE78BFD4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CC87F888-C63A-4E56-8806-035C561A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rule-59">
            <a:extLst xmlns:a="http://schemas.openxmlformats.org/drawingml/2006/main">
              <a:ext uri="{FF2B5EF4-FFF2-40B4-BE49-F238E27FC236}">
                <a16:creationId xmlns:a16="http://schemas.microsoft.com/office/drawing/2014/main" id="{ABF9F1BF-4068-4102-A8D8-A8746C3A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7CC61C5-0860-4406-B049-18C12939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25A5FFF2-83E4-46C2-856B-D4E335B8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E514B-0DEB-42CA-AAC8-F4A2980EE2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abb43206b484c"/>
          <a:stretch xmlns:a="http://schemas.openxmlformats.org/drawingml/2006/main"/>
        </p:blipFill>
        <p:spPr>
          <a:xfrm xmlns:a="http://schemas.openxmlformats.org/drawingml/2006/main">
            <a:off x="609600" y="3714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7CB28BF0-973C-4E53-AE37-453DC20A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0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rPr>
              <a:t>FZ团队工作台</a:t>
            </a:r>
          </a:p>
        </p:txBody>
      </p:sp>
      <p:sp>
        <p:nvSpPr>
          <p:cNvPr id="12" name="scope">
            <a:extLst xmlns:a="http://schemas.openxmlformats.org/drawingml/2006/main">
              <a:ext uri="{FF2B5EF4-FFF2-40B4-BE49-F238E27FC236}">
                <a16:creationId xmlns:a16="http://schemas.microsoft.com/office/drawing/2014/main" id="{347C1E00-EC21-42B7-8AF4-C2008A13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报告范围</a:t>
            </a:r>
          </a:p>
        </p:txBody>
      </p:sp>
      <p:sp>
        <p:nvSpPr>
          <p:cNvPr id="13" name="status">
            <a:extLst xmlns:a="http://schemas.openxmlformats.org/drawingml/2006/main">
              <a:ext uri="{FF2B5EF4-FFF2-40B4-BE49-F238E27FC236}">
                <a16:creationId xmlns:a16="http://schemas.microsoft.com/office/drawing/2014/main" id="{97888CC7-CD4A-4AA0-85D9-11F36F34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已月结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D06E8-9861-4FFD-A2F1-EA066ACF2A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08c19b5684189"/>
          <a:stretch xmlns:a="http://schemas.openxmlformats.org/drawingml/2006/main"/>
        </p:blipFill>
        <p:spPr>
          <a:xfrm xmlns:a="http://schemas.openxmlformats.org/drawingml/2006/main">
            <a:off x="6248400" y="1895475"/>
            <a:ext cx="5334000" cy="3000375"/>
          </a:xfrm>
          <a:prstGeom xmlns:a="http://schemas.openxmlformats.org/drawingml/2006/main" prst="rect">
            <a:avLst/>
          </a:prstGeom>
        </p:spPr>
      </p:pic>
      <p:sp>
        <p:nvSpPr>
          <p:cNvPr id="15" name="illustration-label">
            <a:extLst xmlns:a="http://schemas.openxmlformats.org/drawingml/2006/main">
              <a:ext uri="{FF2B5EF4-FFF2-40B4-BE49-F238E27FC236}">
                <a16:creationId xmlns:a16="http://schemas.microsoft.com/office/drawing/2014/main" id="{A44A34AF-0CDF-4374-9320-ABA38542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86350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视觉示意图，非真实活动照片</a:t>
            </a:r>
          </a:p>
        </p:txBody>
      </p:sp>
    </p:spTree>
    <p:extLst>
      <p:ext uri="{BB962C8B-B14F-4D97-AF65-F5344CB8AC3E}">
        <p14:creationId xmlns:p14="http://schemas.microsoft.com/office/powerpoint/2010/main" val="1337748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layout-key">
            <a:extLst xmlns:a="http://schemas.openxmlformats.org/drawingml/2006/main">
              <a:ext uri="{FF2B5EF4-FFF2-40B4-BE49-F238E27FC236}">
                <a16:creationId xmlns:a16="http://schemas.microsoft.com/office/drawing/2014/main" id="{28AE6F6D-1E55-413D-9E84-905ACBF8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overview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B7688A7-6F3C-4AF5-8FDF-321FD597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BEE0006C-1F59-4F6C-840A-E2624EC4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FA9DAF-6773-4340-920E-2895BBB1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月度概览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84AA60E-3F03-4EDC-B365-985215E5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CBB94A48-007A-4C52-A37B-82FCA9BD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60">
            <a:extLst xmlns:a="http://schemas.openxmlformats.org/drawingml/2006/main">
              <a:ext uri="{FF2B5EF4-FFF2-40B4-BE49-F238E27FC236}">
                <a16:creationId xmlns:a16="http://schemas.microsoft.com/office/drawing/2014/main" id="{3DC51D3A-93BB-4944-8FF8-32D73B5D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4DB6009-17BD-4D12-B77C-15FA65E6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159802A5-889B-41D7-8CA8-CF359867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hero">
            <a:extLst xmlns:a="http://schemas.openxmlformats.org/drawingml/2006/main">
              <a:ext uri="{FF2B5EF4-FFF2-40B4-BE49-F238E27FC236}">
                <a16:creationId xmlns:a16="http://schemas.microsoft.com/office/drawing/2014/main" id="{BF5C684F-2928-41A3-AB62-5EBAF649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86025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00" b="1">
                <a:solidFill>
                  <a:srgbClr val="A8553E"/>
                </a:solidFill>
                <a:latin typeface="Arial"/>
                <a:ea typeface="Arial"/>
                <a:cs typeface="Arial"/>
              </a:defRPr>
            </a:defPPr>
            <a:lvl1pPr algn="l">
              <a:defRPr sz="6700" b="1">
                <a:solidFill>
                  <a:srgbClr val="A8553E"/>
                </a:solidFill>
                <a:latin typeface="Arial"/>
                <a:ea typeface="Arial"/>
                <a:cs typeface="Arial"/>
              </a:defRPr>
            </a:lvl1pPr>
            <a:lvl2pPr algn="l">
              <a:defRPr sz="6700" b="1">
                <a:solidFill>
                  <a:srgbClr val="A8553E"/>
                </a:solidFill>
                <a:latin typeface="Arial"/>
                <a:ea typeface="Arial"/>
                <a:cs typeface="Arial"/>
              </a:defRPr>
            </a:lvl2pPr>
            <a:lvl3pPr algn="l">
              <a:defRPr sz="6700" b="1">
                <a:solidFill>
                  <a:srgbClr val="A8553E"/>
                </a:solidFill>
                <a:latin typeface="Arial"/>
                <a:ea typeface="Arial"/>
                <a:cs typeface="Arial"/>
              </a:defRPr>
            </a:lvl3pPr>
            <a:lvl4pPr algn="l">
              <a:defRPr sz="6700" b="1">
                <a:solidFill>
                  <a:srgbClr val="A8553E"/>
                </a:solidFill>
                <a:latin typeface="Arial"/>
                <a:ea typeface="Arial"/>
                <a:cs typeface="Arial"/>
              </a:defRPr>
            </a:lvl4pPr>
            <a:lvl5pPr algn="l">
              <a:defRPr sz="6700" b="1">
                <a:solidFill>
                  <a:srgbClr val="A8553E"/>
                </a:solidFill>
                <a:latin typeface="Arial"/>
                <a:ea typeface="Arial"/>
                <a:cs typeface="Arial"/>
              </a:defRPr>
            </a:lvl5pPr>
            <a:lvl6pPr algn="l">
              <a:defRPr sz="6700" b="1">
                <a:solidFill>
                  <a:srgbClr val="A8553E"/>
                </a:solidFill>
                <a:latin typeface="Arial"/>
                <a:ea typeface="Arial"/>
                <a:cs typeface="Arial"/>
              </a:defRPr>
            </a:lvl6pPr>
            <a:lvl7pPr algn="l">
              <a:defRPr sz="6700" b="1">
                <a:solidFill>
                  <a:srgbClr val="A8553E"/>
                </a:solidFill>
                <a:latin typeface="Arial"/>
                <a:ea typeface="Arial"/>
                <a:cs typeface="Arial"/>
              </a:defRPr>
            </a:lvl7pPr>
            <a:lvl8pPr algn="l">
              <a:defRPr sz="6700" b="1">
                <a:solidFill>
                  <a:srgbClr val="A8553E"/>
                </a:solidFill>
                <a:latin typeface="Arial"/>
                <a:ea typeface="Arial"/>
                <a:cs typeface="Arial"/>
              </a:defRPr>
            </a:lvl8pPr>
            <a:lvl9pPr algn="l">
              <a:defRPr sz="6700" b="1">
                <a:solidFill>
                  <a:srgbClr val="A855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00" b="1">
                <a:solidFill>
                  <a:srgbClr val="A8553E"/>
                </a:solidFill>
                <a:latin typeface="Arial"/>
                <a:ea typeface="Arial"/>
                <a:cs typeface="Arial"/>
              </a:defRPr>
            </a:pPr>
            <a:r>
              <a:rPr sz="6700" b="1">
                <a:solidFill>
                  <a:srgbClr val="A8553E"/>
                </a:solidFill>
                <a:latin typeface="Arial"/>
                <a:ea typeface="Arial"/>
                <a:cs typeface="Arial"/>
              </a:rPr>
              <a:t>216</a:t>
            </a:r>
          </a:p>
        </p:txBody>
      </p:sp>
      <p:sp>
        <p:nvSpPr>
          <p:cNvPr id="11" name="hero-label">
            <a:extLst xmlns:a="http://schemas.openxmlformats.org/drawingml/2006/main">
              <a:ext uri="{FF2B5EF4-FFF2-40B4-BE49-F238E27FC236}">
                <a16:creationId xmlns:a16="http://schemas.microsoft.com/office/drawing/2014/main" id="{BE74F505-942B-45B3-A77D-84BB1639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957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rPr>
              <a:t>确认认可次数</a:t>
            </a:r>
          </a:p>
        </p:txBody>
      </p:sp>
      <p:sp>
        <p:nvSpPr>
          <p:cNvPr id="12" name="metrics">
            <a:extLst xmlns:a="http://schemas.openxmlformats.org/drawingml/2006/main">
              <a:ext uri="{FF2B5EF4-FFF2-40B4-BE49-F238E27FC236}">
                <a16:creationId xmlns:a16="http://schemas.microsoft.com/office/drawing/2014/main" id="{34CC0143-C381-4173-8E90-5263B23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29527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180 人</a:t>
            </a:r>
          </a:p>
          <a:p xmlns:a="http://schemas.openxmlformats.org/drawingml/2006/main">
            <a: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14 条有效减分</a:t>
            </a:r>
          </a:p>
          <a:p xmlns:a="http://schemas.openxmlformats.org/drawingml/2006/main">
            <a:pPr algn="l">
              <a:def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认可率120%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1A66B1F7-A88B-41EC-BEB4-C5376A0882A2}"/>
              </a:ext>
            </a:extLst>
          </p:cNvPr>
          <p:cNvGraphicFramePr/>
          <p:nvPr/>
        </p:nvGraphicFramePr>
        <p:xfrm>
          <a:off xmlns:a="http://schemas.openxmlformats.org/drawingml/2006/main" x="4752975" y="2543175"/>
          <a:ext xmlns:a="http://schemas.openxmlformats.org/drawingml/2006/main" cx="676275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65d14be6114afe"/>
          </a:graphicData>
        </a:graphic>
      </p:graphicFrame>
    </p:spTree>
    <p:extLst>
      <p:ext uri="{BB962C8B-B14F-4D97-AF65-F5344CB8AC3E}">
        <p14:creationId xmlns:p14="http://schemas.microsoft.com/office/powerpoint/2010/main" val="1879477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E3B7DA95-9C53-4E1C-AA1D-90B58881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classification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33648C5-A936-48F3-9D66-DEE7ECE8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39F9130D-AA01-42AF-A593-BD1DFB90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0CDAC6-0147-444B-85BE-3C87FFB1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分类统计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AA17E7D-0998-4380-9D32-F2373538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E68BC937-D1BC-4297-AB11-EABE6A99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61">
            <a:extLst xmlns:a="http://schemas.openxmlformats.org/drawingml/2006/main">
              <a:ext uri="{FF2B5EF4-FFF2-40B4-BE49-F238E27FC236}">
                <a16:creationId xmlns:a16="http://schemas.microsoft.com/office/drawing/2014/main" id="{99AC0AD0-A071-4CEA-8F0E-6D4CC8B4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D7A969C-4764-4C98-BE83-5905E8F2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352FC7DE-133F-4D71-95BE-EE079418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B8A2C970-8DCC-427B-8A5F-8450824706F8}"/>
              </a:ext>
            </a:extLst>
          </p:cNvPr>
          <p:cNvGraphicFramePr/>
          <p:nvPr/>
        </p:nvGraphicFramePr>
        <p:xfrm>
          <a:off xmlns:a="http://schemas.openxmlformats.org/drawingml/2006/main" x="495300" y="2390775"/>
          <a:ext xmlns:a="http://schemas.openxmlformats.org/drawingml/2006/main" cx="11068050" cy="3324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b1ab09942e4b98"/>
          </a:graphicData>
        </a:graphic>
      </p:graphicFrame>
    </p:spTree>
    <p:extLst>
      <p:ext uri="{BB962C8B-B14F-4D97-AF65-F5344CB8AC3E}">
        <p14:creationId xmlns:p14="http://schemas.microsoft.com/office/powerpoint/2010/main" val="2118305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26E59D86-BCDD-47DE-A9EE-928A33B5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table4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01D1B85-A1E5-4BAB-9C44-E4A85105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42DF6C57-3C9A-41E7-A493-A255EBA0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475C9C-2468-45EC-877F-77EEF2D4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数据明细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6D589E4-2A95-4B1E-9DCE-438713B1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E13700E5-AC45-4301-A290-A3F1D05B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62">
            <a:extLst xmlns:a="http://schemas.openxmlformats.org/drawingml/2006/main">
              <a:ext uri="{FF2B5EF4-FFF2-40B4-BE49-F238E27FC236}">
                <a16:creationId xmlns:a16="http://schemas.microsoft.com/office/drawing/2014/main" id="{6E2532BE-5246-41F1-A35B-43A48202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E69C91B-06A2-4471-B65A-52F7D942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D8159010-3128-4545-89F3-3D4027F9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07017-3E0D-41B5-B0AA-5D267710CDA7}"/>
              </a:ext>
            </a:extLst>
          </p:cNvPr>
          <p:cNvGraphicFramePr/>
          <p:nvPr/>
        </p:nvGraphicFramePr>
        <p:xfrm>
          <a:off xmlns:a="http://schemas.openxmlformats.org/drawingml/2006/main" x="609600" y="2447925"/>
          <a:ext xmlns:a="http://schemas.openxmlformats.org/drawingml/2006/main" cx="109728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47750"/>
                <a:gridCol w="5048250"/>
                <a:gridCol w="2190750"/>
                <a:gridCol w="2686050"/>
              </a:tblGrid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400" b="1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</a:tr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82643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2430C52E-6331-4D42-A691-1C20DC22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table5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F06F122-E997-4020-B954-9C65EDE4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63A5A61A-806C-4D1B-8A03-FF667972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4DDBBA-C061-44E9-B47C-07ED49A0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数据明细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5555AC0-7760-4B9E-A001-C44A8EE6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17461EA1-91F6-4BD9-AE28-19F9685D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63">
            <a:extLst xmlns:a="http://schemas.openxmlformats.org/drawingml/2006/main">
              <a:ext uri="{FF2B5EF4-FFF2-40B4-BE49-F238E27FC236}">
                <a16:creationId xmlns:a16="http://schemas.microsoft.com/office/drawing/2014/main" id="{52CBF5E5-B28B-458D-B819-E37D2A65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E22A0AA-F106-450B-B708-21D54489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98FA0070-F421-48E0-9C04-8C6A4C74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93BA9-D55B-4600-AD25-FE775002ACA8}"/>
              </a:ext>
            </a:extLst>
          </p:cNvPr>
          <p:cNvGraphicFramePr/>
          <p:nvPr/>
        </p:nvGraphicFramePr>
        <p:xfrm>
          <a:off xmlns:a="http://schemas.openxmlformats.org/drawingml/2006/main" x="609600" y="2447925"/>
          <a:ext xmlns:a="http://schemas.openxmlformats.org/drawingml/2006/main" cx="109728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62000"/>
                <a:gridCol w="3333750"/>
                <a:gridCol w="3333750"/>
                <a:gridCol w="1524000"/>
                <a:gridCol w="2019300"/>
              </a:tblGrid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400" b="1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</a:tr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9285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9FFB3C89-0908-429B-B965-7FC1F06A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table7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3F61FAD-3DA8-48A6-BF4E-8FA11D05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C0C7408A-3D5A-4AC0-87A0-2D5B8D9B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21D409-10C7-4AFD-8D0B-60A8CDEF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数据明细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7942500-6D81-4CBA-AFB1-4C01A0D6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93D5118B-AAEA-4D3D-8103-FF6D5985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64">
            <a:extLst xmlns:a="http://schemas.openxmlformats.org/drawingml/2006/main">
              <a:ext uri="{FF2B5EF4-FFF2-40B4-BE49-F238E27FC236}">
                <a16:creationId xmlns:a16="http://schemas.microsoft.com/office/drawing/2014/main" id="{91F406D9-B105-4F62-A8C0-45E7A9CE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65DEC38-374A-4D4E-B86B-3F699527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ED9A7739-D999-4941-9CFD-FE19B79D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0C4F7-3F5A-43A9-8951-B7F50CB00915}"/>
              </a:ext>
            </a:extLst>
          </p:cNvPr>
          <p:cNvGraphicFramePr/>
          <p:nvPr/>
        </p:nvGraphicFramePr>
        <p:xfrm>
          <a:off xmlns:a="http://schemas.openxmlformats.org/drawingml/2006/main" x="609600" y="2447925"/>
          <a:ext xmlns:a="http://schemas.openxmlformats.org/drawingml/2006/main" cx="109728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14375"/>
                <a:gridCol w="2524125"/>
                <a:gridCol w="1333500"/>
                <a:gridCol w="1476375"/>
                <a:gridCol w="1476375"/>
                <a:gridCol w="1476375"/>
                <a:gridCol w="1971675"/>
              </a:tblGrid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400" b="1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</a:tr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9768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4912FA98-49B6-4D2A-920B-9025DB75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group-chart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12EEAAC-5807-4DEA-97C7-E8FE6211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58D4DF24-00AF-4D22-9DF0-0B29F2C7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CA5C79-276B-4439-BD59-1CBAB8CF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小组分排名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ED8FDE4-5FA0-407A-BCF7-40C1C2E0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EF58A4BB-B400-4DBF-9C81-4F930882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65">
            <a:extLst xmlns:a="http://schemas.openxmlformats.org/drawingml/2006/main">
              <a:ext uri="{FF2B5EF4-FFF2-40B4-BE49-F238E27FC236}">
                <a16:creationId xmlns:a16="http://schemas.microsoft.com/office/drawing/2014/main" id="{51477455-4D51-4EBE-88B6-4FFCBB86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50F2335-7DA2-4649-AB60-40B80AF0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2273BBA0-5A7A-4C7F-9B91-AB5A0FE0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CC0C26A8-9B4B-4033-A84B-7435BBCCFA77}"/>
              </a:ext>
            </a:extLst>
          </p:cNvPr>
          <p:cNvGraphicFramePr/>
          <p:nvPr/>
        </p:nvGraphicFramePr>
        <p:xfrm>
          <a:off xmlns:a="http://schemas.openxmlformats.org/drawingml/2006/main" x="495300" y="2390775"/>
          <a:ext xmlns:a="http://schemas.openxmlformats.org/drawingml/2006/main" cx="11068050" cy="3324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553f4a85fa4df9"/>
          </a:graphicData>
        </a:graphic>
      </p:graphicFrame>
    </p:spTree>
    <p:extLst>
      <p:ext uri="{BB962C8B-B14F-4D97-AF65-F5344CB8AC3E}">
        <p14:creationId xmlns:p14="http://schemas.microsoft.com/office/powerpoint/2010/main" val="2080845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A0D58F6D-AB7A-43AC-AA1B-1449FBA7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trend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C8B1155-EF06-4543-8960-3C3F021B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A41C4649-BF96-4B0F-B11A-0ECB3CBA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AA9CAD-C06E-4CA7-92CC-2DFD78C8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认可率趋势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7552F95-212C-40BA-B8E0-A74FBAFE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75628F22-CCA9-4936-8370-5876D617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66">
            <a:extLst xmlns:a="http://schemas.openxmlformats.org/drawingml/2006/main">
              <a:ext uri="{FF2B5EF4-FFF2-40B4-BE49-F238E27FC236}">
                <a16:creationId xmlns:a16="http://schemas.microsoft.com/office/drawing/2014/main" id="{F4BC56BC-7779-41FA-A893-8596E5D8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D398B37-D3C3-469F-AA98-08F97DA2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8754C2BE-C734-4B92-9508-270F9DEF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04FBBF97-0283-4547-8941-CC8B13E49F29}"/>
              </a:ext>
            </a:extLst>
          </p:cNvPr>
          <p:cNvGraphicFramePr/>
          <p:nvPr/>
        </p:nvGraphicFramePr>
        <p:xfrm>
          <a:off xmlns:a="http://schemas.openxmlformats.org/drawingml/2006/main" x="581025" y="2447925"/>
          <a:ext xmlns:a="http://schemas.openxmlformats.org/drawingml/2006/main" cx="10906125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391af5cb064632"/>
          </a:graphicData>
        </a:graphic>
      </p:graphicFrame>
    </p:spTree>
    <p:extLst>
      <p:ext uri="{BB962C8B-B14F-4D97-AF65-F5344CB8AC3E}">
        <p14:creationId xmlns:p14="http://schemas.microsoft.com/office/powerpoint/2010/main" val="1048207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189E1FC3-0DA4-4227-8785-DEEE12E9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photo1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D49A50E-C9BF-46FE-B54A-152BC7F2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EA2C8741-95BC-4DF7-BBD3-1C828A9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3292E8-8D5B-401D-BCA2-B9A6D02A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团队活动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FFB2FDE-E699-401E-A8F2-F96CF6F9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072A8B1B-3A59-41B9-8BB5-889CD0FE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67">
            <a:extLst xmlns:a="http://schemas.openxmlformats.org/drawingml/2006/main">
              <a:ext uri="{FF2B5EF4-FFF2-40B4-BE49-F238E27FC236}">
                <a16:creationId xmlns:a16="http://schemas.microsoft.com/office/drawing/2014/main" id="{2BAC6ECD-9E93-4038-AD59-7AF90B19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BBA8CA3-7DF0-4F2A-AD40-D7922980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C732619A-44CD-410E-B28C-0CDBF2B1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photo-slot-0">
            <a:extLst xmlns:a="http://schemas.openxmlformats.org/drawingml/2006/main">
              <a:ext uri="{FF2B5EF4-FFF2-40B4-BE49-F238E27FC236}">
                <a16:creationId xmlns:a16="http://schemas.microsoft.com/office/drawing/2014/main" id="{04A369B4-6755-4A45-A191-1C1FA170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972800" cy="3324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3034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yout-key">
            <a:extLst xmlns:a="http://schemas.openxmlformats.org/drawingml/2006/main">
              <a:ext uri="{FF2B5EF4-FFF2-40B4-BE49-F238E27FC236}">
                <a16:creationId xmlns:a16="http://schemas.microsoft.com/office/drawing/2014/main" id="{64AC25CE-385B-4555-8023-F8B6D7B3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photo2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14E983A-7B08-496E-BF04-9026BD13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4239D398-74FF-4980-B065-D08A4A69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BADC44-AB04-473F-B8DE-4121B4F2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团队活动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EB4999B-EA16-48D1-A858-3FA159D7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6FDD457D-CBDF-4F60-B655-B063173C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68">
            <a:extLst xmlns:a="http://schemas.openxmlformats.org/drawingml/2006/main">
              <a:ext uri="{FF2B5EF4-FFF2-40B4-BE49-F238E27FC236}">
                <a16:creationId xmlns:a16="http://schemas.microsoft.com/office/drawing/2014/main" id="{E2A2B36A-8855-4BF2-BE42-DDEC1C02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C3318AE-6AEE-4307-B8F7-C5673374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DC724567-AC90-469F-9A87-6D9A8F9D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photo-slot-0">
            <a:extLst xmlns:a="http://schemas.openxmlformats.org/drawingml/2006/main">
              <a:ext uri="{FF2B5EF4-FFF2-40B4-BE49-F238E27FC236}">
                <a16:creationId xmlns:a16="http://schemas.microsoft.com/office/drawing/2014/main" id="{B104FA93-203F-41BC-82BF-6CC37689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5314950" cy="298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</a:ln>
        </p:spPr>
      </p:sp>
      <p:sp>
        <p:nvSpPr>
          <p:cNvPr id="11" name="photo-slot-1">
            <a:extLst xmlns:a="http://schemas.openxmlformats.org/drawingml/2006/main">
              <a:ext uri="{FF2B5EF4-FFF2-40B4-BE49-F238E27FC236}">
                <a16:creationId xmlns:a16="http://schemas.microsoft.com/office/drawing/2014/main" id="{8D4D9AD9-FD42-443E-ABE6-1CC78134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95550"/>
            <a:ext cx="5314950" cy="298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23772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layout-key">
            <a:extLst xmlns:a="http://schemas.openxmlformats.org/drawingml/2006/main">
              <a:ext uri="{FF2B5EF4-FFF2-40B4-BE49-F238E27FC236}">
                <a16:creationId xmlns:a16="http://schemas.microsoft.com/office/drawing/2014/main" id="{0E07BA01-F420-4A0B-A8EA-F012DAEE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photo4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A4A6A49-A13B-4A0F-B83F-EB4234D1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461761CD-2129-44DA-804E-C959437A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924F72-CE6F-4FE7-ADD5-899CBC71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团队活动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0C7132B-097B-43DB-BAAF-DF7B4718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2F5D6697-F5CE-487A-A9A2-10346BEB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69">
            <a:extLst xmlns:a="http://schemas.openxmlformats.org/drawingml/2006/main">
              <a:ext uri="{FF2B5EF4-FFF2-40B4-BE49-F238E27FC236}">
                <a16:creationId xmlns:a16="http://schemas.microsoft.com/office/drawing/2014/main" id="{28C51707-4C5B-4FC9-807C-5D30B846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47405F1-75E8-4462-875F-E1E18477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60F288AE-D68B-4941-A42C-BC129036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photo-slot-0">
            <a:extLst xmlns:a="http://schemas.openxmlformats.org/drawingml/2006/main">
              <a:ext uri="{FF2B5EF4-FFF2-40B4-BE49-F238E27FC236}">
                <a16:creationId xmlns:a16="http://schemas.microsoft.com/office/drawing/2014/main" id="{D069F2E0-7EF2-41E5-BA80-8ABE7C9D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31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</a:ln>
        </p:spPr>
      </p:sp>
      <p:sp>
        <p:nvSpPr>
          <p:cNvPr id="11" name="photo-slot-1">
            <a:extLst xmlns:a="http://schemas.openxmlformats.org/drawingml/2006/main">
              <a:ext uri="{FF2B5EF4-FFF2-40B4-BE49-F238E27FC236}">
                <a16:creationId xmlns:a16="http://schemas.microsoft.com/office/drawing/2014/main" id="{B46962B5-750D-4A58-9A15-1D422D91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531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</a:ln>
        </p:spPr>
      </p:sp>
      <p:sp>
        <p:nvSpPr>
          <p:cNvPr id="12" name="photo-slot-2">
            <a:extLst xmlns:a="http://schemas.openxmlformats.org/drawingml/2006/main">
              <a:ext uri="{FF2B5EF4-FFF2-40B4-BE49-F238E27FC236}">
                <a16:creationId xmlns:a16="http://schemas.microsoft.com/office/drawing/2014/main" id="{C217796D-946B-483D-B115-79A79576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31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</a:ln>
        </p:spPr>
      </p:sp>
      <p:sp>
        <p:nvSpPr>
          <p:cNvPr id="13" name="photo-slot-3">
            <a:extLst xmlns:a="http://schemas.openxmlformats.org/drawingml/2006/main">
              <a:ext uri="{FF2B5EF4-FFF2-40B4-BE49-F238E27FC236}">
                <a16:creationId xmlns:a16="http://schemas.microsoft.com/office/drawing/2014/main" id="{EB7A2A58-655D-4F83-86C2-A943A0D4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62425"/>
            <a:ext cx="531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970357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C51CC7E5-910C-4715-9D43-709B099E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text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F856282-BA4F-49A9-BF46-254340D7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A24978DE-78AA-4EE6-812B-7552274C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74C526-D9D4-49DE-99BA-4607717F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工作与规则说明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A2CF260-1B45-4C11-BA10-CA28343A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408AEC4A-9B11-4D7D-B1FE-601E232C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70">
            <a:extLst xmlns:a="http://schemas.openxmlformats.org/drawingml/2006/main">
              <a:ext uri="{FF2B5EF4-FFF2-40B4-BE49-F238E27FC236}">
                <a16:creationId xmlns:a16="http://schemas.microsoft.com/office/drawing/2014/main" id="{B871BEB7-D875-4334-900A-44B0971A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D0856D2-753F-4676-99F2-B094D531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85BA98DF-DDDA-49B4-AB72-740F23DC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AFB1B92-E2B0-40C4-B169-B647464B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0858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rPr>
              <a:t>正文内容</a:t>
            </a:r>
          </a:p>
        </p:txBody>
      </p:sp>
    </p:spTree>
    <p:extLst>
      <p:ext uri="{BB962C8B-B14F-4D97-AF65-F5344CB8AC3E}">
        <p14:creationId xmlns:p14="http://schemas.microsoft.com/office/powerpoint/2010/main" val="9434815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yout-key">
            <a:extLst xmlns:a="http://schemas.openxmlformats.org/drawingml/2006/main">
              <a:ext uri="{FF2B5EF4-FFF2-40B4-BE49-F238E27FC236}">
                <a16:creationId xmlns:a16="http://schemas.microsoft.com/office/drawing/2014/main" id="{13A84E15-F0F3-46DD-8FEE-DA3336A0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closing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D68E49A-1781-4578-97D0-14F8CAAC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E89AE523-03B5-4764-A5DF-04BCA4B5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937B69-18BD-475B-B735-7C9D224C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月报结束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0760B70-CD84-49DA-BFBA-010ED515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FDAB64E6-F3D4-4309-9439-64083FFD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71">
            <a:extLst xmlns:a="http://schemas.openxmlformats.org/drawingml/2006/main">
              <a:ext uri="{FF2B5EF4-FFF2-40B4-BE49-F238E27FC236}">
                <a16:creationId xmlns:a16="http://schemas.microsoft.com/office/drawing/2014/main" id="{3D3F064B-A27B-4724-B128-0CE4033F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1688E97-C5B8-4C2D-B4F6-7C7C7EC6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026F7624-8224-49E6-9C71-3E0D7805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closing-scope">
            <a:extLst xmlns:a="http://schemas.openxmlformats.org/drawingml/2006/main">
              <a:ext uri="{FF2B5EF4-FFF2-40B4-BE49-F238E27FC236}">
                <a16:creationId xmlns:a16="http://schemas.microsoft.com/office/drawing/2014/main" id="{F7A917A8-92A6-4FD4-938B-676A7511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rPr>
              <a:t>报告范围</a:t>
            </a:r>
          </a:p>
        </p:txBody>
      </p:sp>
      <p:sp>
        <p:nvSpPr>
          <p:cNvPr id="11" name="closing-status">
            <a:extLst xmlns:a="http://schemas.openxmlformats.org/drawingml/2006/main">
              <a:ext uri="{FF2B5EF4-FFF2-40B4-BE49-F238E27FC236}">
                <a16:creationId xmlns:a16="http://schemas.microsoft.com/office/drawing/2014/main" id="{F271BBFC-455C-4A6C-B3F8-7D720FB2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1076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已月结</a:t>
            </a:r>
          </a:p>
        </p:txBody>
      </p:sp>
    </p:spTree>
    <p:extLst>
      <p:ext uri="{BB962C8B-B14F-4D97-AF65-F5344CB8AC3E}">
        <p14:creationId xmlns:p14="http://schemas.microsoft.com/office/powerpoint/2010/main" val="17443705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layout-key">
            <a:extLst xmlns:a="http://schemas.openxmlformats.org/drawingml/2006/main">
              <a:ext uri="{FF2B5EF4-FFF2-40B4-BE49-F238E27FC236}">
                <a16:creationId xmlns:a16="http://schemas.microsoft.com/office/drawing/2014/main" id="{F88738A8-E031-4158-992F-7ACFFB46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group-editorial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5E2AE5A-7289-45B1-A9EC-0D6D2842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521CB3AF-1661-40C7-B649-229670C9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38ED4C-2C46-4902-A4D7-9331C4BE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小组积分一览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54C64E1-0199-48B0-B013-C9164DAA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A250A8F4-0133-4102-BF32-AE3C2156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72">
            <a:extLst xmlns:a="http://schemas.openxmlformats.org/drawingml/2006/main">
              <a:ext uri="{FF2B5EF4-FFF2-40B4-BE49-F238E27FC236}">
                <a16:creationId xmlns:a16="http://schemas.microsoft.com/office/drawing/2014/main" id="{E0B53B5C-4D19-4FFA-976A-88B59ADA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D39373F-E995-424A-BDB6-3510AE48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0ECCBBD4-DCF3-4656-8A15-21CD8252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rule-73">
            <a:extLst xmlns:a="http://schemas.openxmlformats.org/drawingml/2006/main">
              <a:ext uri="{FF2B5EF4-FFF2-40B4-BE49-F238E27FC236}">
                <a16:creationId xmlns:a16="http://schemas.microsoft.com/office/drawing/2014/main" id="{C9EE1B65-2FA4-449F-8D3E-DE7F5458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11" name="group-order-0">
            <a:extLst xmlns:a="http://schemas.openxmlformats.org/drawingml/2006/main">
              <a:ext uri="{FF2B5EF4-FFF2-40B4-BE49-F238E27FC236}">
                <a16:creationId xmlns:a16="http://schemas.microsoft.com/office/drawing/2014/main" id="{774EDFE7-28D0-46BC-8CE4-8D1BF9F2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group-name-0">
            <a:extLst xmlns:a="http://schemas.openxmlformats.org/drawingml/2006/main">
              <a:ext uri="{FF2B5EF4-FFF2-40B4-BE49-F238E27FC236}">
                <a16:creationId xmlns:a16="http://schemas.microsoft.com/office/drawing/2014/main" id="{CC1EEE45-227C-4F8F-B896-851E2475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13" name="group-score-0">
            <a:extLst xmlns:a="http://schemas.openxmlformats.org/drawingml/2006/main">
              <a:ext uri="{FF2B5EF4-FFF2-40B4-BE49-F238E27FC236}">
                <a16:creationId xmlns:a16="http://schemas.microsoft.com/office/drawing/2014/main" id="{48E72B82-EA47-4940-9BDC-09BF8FA9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53443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14" name="group-people-0">
            <a:extLst xmlns:a="http://schemas.openxmlformats.org/drawingml/2006/main">
              <a:ext uri="{FF2B5EF4-FFF2-40B4-BE49-F238E27FC236}">
                <a16:creationId xmlns:a16="http://schemas.microsoft.com/office/drawing/2014/main" id="{B9E714AD-012D-4867-9C7A-DB8D82EF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00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15" name="rule-74">
            <a:extLst xmlns:a="http://schemas.openxmlformats.org/drawingml/2006/main">
              <a:ext uri="{FF2B5EF4-FFF2-40B4-BE49-F238E27FC236}">
                <a16:creationId xmlns:a16="http://schemas.microsoft.com/office/drawing/2014/main" id="{2F325DD6-DD08-4D2C-9738-C8B35565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16" name="group-order-1">
            <a:extLst xmlns:a="http://schemas.openxmlformats.org/drawingml/2006/main">
              <a:ext uri="{FF2B5EF4-FFF2-40B4-BE49-F238E27FC236}">
                <a16:creationId xmlns:a16="http://schemas.microsoft.com/office/drawing/2014/main" id="{9D2D052C-6A31-4201-96BB-196BE760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4792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group-name-1">
            <a:extLst xmlns:a="http://schemas.openxmlformats.org/drawingml/2006/main">
              <a:ext uri="{FF2B5EF4-FFF2-40B4-BE49-F238E27FC236}">
                <a16:creationId xmlns:a16="http://schemas.microsoft.com/office/drawing/2014/main" id="{37D60969-EBF1-404E-99A6-8675CEA3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6225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18" name="group-score-1">
            <a:extLst xmlns:a="http://schemas.openxmlformats.org/drawingml/2006/main">
              <a:ext uri="{FF2B5EF4-FFF2-40B4-BE49-F238E27FC236}">
                <a16:creationId xmlns:a16="http://schemas.microsoft.com/office/drawing/2014/main" id="{F347F697-F7A9-4247-B5B2-2A6A9EBC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67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53443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19" name="group-people-1">
            <a:extLst xmlns:a="http://schemas.openxmlformats.org/drawingml/2006/main">
              <a:ext uri="{FF2B5EF4-FFF2-40B4-BE49-F238E27FC236}">
                <a16:creationId xmlns:a16="http://schemas.microsoft.com/office/drawing/2014/main" id="{0083EF0B-D8A7-4FE6-9548-B5C87AA0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20" name="rule-75">
            <a:extLst xmlns:a="http://schemas.openxmlformats.org/drawingml/2006/main">
              <a:ext uri="{FF2B5EF4-FFF2-40B4-BE49-F238E27FC236}">
                <a16:creationId xmlns:a16="http://schemas.microsoft.com/office/drawing/2014/main" id="{F740DE67-DD66-4E7E-991A-D96BBF77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21" name="group-order-2">
            <a:extLst xmlns:a="http://schemas.openxmlformats.org/drawingml/2006/main">
              <a:ext uri="{FF2B5EF4-FFF2-40B4-BE49-F238E27FC236}">
                <a16:creationId xmlns:a16="http://schemas.microsoft.com/office/drawing/2014/main" id="{B6101CC1-9BF2-4C93-85F0-A053B877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4792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group-name-2">
            <a:extLst xmlns:a="http://schemas.openxmlformats.org/drawingml/2006/main">
              <a:ext uri="{FF2B5EF4-FFF2-40B4-BE49-F238E27FC236}">
                <a16:creationId xmlns:a16="http://schemas.microsoft.com/office/drawing/2014/main" id="{6A9DF95D-6B5D-44F6-8DD3-38AD7B8A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6225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23" name="group-score-2">
            <a:extLst xmlns:a="http://schemas.openxmlformats.org/drawingml/2006/main">
              <a:ext uri="{FF2B5EF4-FFF2-40B4-BE49-F238E27FC236}">
                <a16:creationId xmlns:a16="http://schemas.microsoft.com/office/drawing/2014/main" id="{C8616035-43B3-4753-A0CB-576926F7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67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53443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24" name="group-people-2">
            <a:extLst xmlns:a="http://schemas.openxmlformats.org/drawingml/2006/main">
              <a:ext uri="{FF2B5EF4-FFF2-40B4-BE49-F238E27FC236}">
                <a16:creationId xmlns:a16="http://schemas.microsoft.com/office/drawing/2014/main" id="{EFFDBDF1-17C3-430D-895D-D29AB966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00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25" name="rule-76">
            <a:extLst xmlns:a="http://schemas.openxmlformats.org/drawingml/2006/main">
              <a:ext uri="{FF2B5EF4-FFF2-40B4-BE49-F238E27FC236}">
                <a16:creationId xmlns:a16="http://schemas.microsoft.com/office/drawing/2014/main" id="{3D2F5915-2C4D-422B-8641-F4A98727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26" name="group-order-3">
            <a:extLst xmlns:a="http://schemas.openxmlformats.org/drawingml/2006/main">
              <a:ext uri="{FF2B5EF4-FFF2-40B4-BE49-F238E27FC236}">
                <a16:creationId xmlns:a16="http://schemas.microsoft.com/office/drawing/2014/main" id="{C5E0E1F4-1414-4084-9B21-41F12847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527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group-name-3">
            <a:extLst xmlns:a="http://schemas.openxmlformats.org/drawingml/2006/main">
              <a:ext uri="{FF2B5EF4-FFF2-40B4-BE49-F238E27FC236}">
                <a16:creationId xmlns:a16="http://schemas.microsoft.com/office/drawing/2014/main" id="{92B3E42F-41A9-4FBD-AEF5-5C69C8EF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96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28" name="group-score-3">
            <a:extLst xmlns:a="http://schemas.openxmlformats.org/drawingml/2006/main">
              <a:ext uri="{FF2B5EF4-FFF2-40B4-BE49-F238E27FC236}">
                <a16:creationId xmlns:a16="http://schemas.microsoft.com/office/drawing/2014/main" id="{F9344943-3A2A-45EE-9192-8D1D6A0B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244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53443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29" name="group-people-3">
            <a:extLst xmlns:a="http://schemas.openxmlformats.org/drawingml/2006/main">
              <a:ext uri="{FF2B5EF4-FFF2-40B4-BE49-F238E27FC236}">
                <a16:creationId xmlns:a16="http://schemas.microsoft.com/office/drawing/2014/main" id="{CCDFD0CC-6DA4-4132-842D-714593B1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578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30" name="rule-77">
            <a:extLst xmlns:a="http://schemas.openxmlformats.org/drawingml/2006/main">
              <a:ext uri="{FF2B5EF4-FFF2-40B4-BE49-F238E27FC236}">
                <a16:creationId xmlns:a16="http://schemas.microsoft.com/office/drawing/2014/main" id="{2E97CDC8-E8D0-4E08-8046-94343B12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31" name="group-order-4">
            <a:extLst xmlns:a="http://schemas.openxmlformats.org/drawingml/2006/main">
              <a:ext uri="{FF2B5EF4-FFF2-40B4-BE49-F238E27FC236}">
                <a16:creationId xmlns:a16="http://schemas.microsoft.com/office/drawing/2014/main" id="{5ECBFFBA-92DC-45F4-874A-76DF604D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0527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group-name-4">
            <a:extLst xmlns:a="http://schemas.openxmlformats.org/drawingml/2006/main">
              <a:ext uri="{FF2B5EF4-FFF2-40B4-BE49-F238E27FC236}">
                <a16:creationId xmlns:a16="http://schemas.microsoft.com/office/drawing/2014/main" id="{5EB3E971-ED7E-4578-8E08-959EEF9C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196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33" name="group-score-4">
            <a:extLst xmlns:a="http://schemas.openxmlformats.org/drawingml/2006/main">
              <a:ext uri="{FF2B5EF4-FFF2-40B4-BE49-F238E27FC236}">
                <a16:creationId xmlns:a16="http://schemas.microsoft.com/office/drawing/2014/main" id="{C850F81A-FF9C-428F-9712-B7C3B979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1244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53443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34" name="group-people-4">
            <a:extLst xmlns:a="http://schemas.openxmlformats.org/drawingml/2006/main">
              <a:ext uri="{FF2B5EF4-FFF2-40B4-BE49-F238E27FC236}">
                <a16:creationId xmlns:a16="http://schemas.microsoft.com/office/drawing/2014/main" id="{635569F6-9454-4F4D-AAD2-62683EEF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578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35" name="rule-78">
            <a:extLst xmlns:a="http://schemas.openxmlformats.org/drawingml/2006/main">
              <a:ext uri="{FF2B5EF4-FFF2-40B4-BE49-F238E27FC236}">
                <a16:creationId xmlns:a16="http://schemas.microsoft.com/office/drawing/2014/main" id="{86C513A7-D235-4186-8EAF-62C54F6B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36" name="group-order-5">
            <a:extLst xmlns:a="http://schemas.openxmlformats.org/drawingml/2006/main">
              <a:ext uri="{FF2B5EF4-FFF2-40B4-BE49-F238E27FC236}">
                <a16:creationId xmlns:a16="http://schemas.microsoft.com/office/drawing/2014/main" id="{07782C07-91F9-4AE9-9A0D-C4EBAD7F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0527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7" name="group-name-5">
            <a:extLst xmlns:a="http://schemas.openxmlformats.org/drawingml/2006/main">
              <a:ext uri="{FF2B5EF4-FFF2-40B4-BE49-F238E27FC236}">
                <a16:creationId xmlns:a16="http://schemas.microsoft.com/office/drawing/2014/main" id="{E282CA01-B035-467C-933C-7CE84C82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4196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443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38" name="group-score-5">
            <a:extLst xmlns:a="http://schemas.openxmlformats.org/drawingml/2006/main">
              <a:ext uri="{FF2B5EF4-FFF2-40B4-BE49-F238E27FC236}">
                <a16:creationId xmlns:a16="http://schemas.microsoft.com/office/drawing/2014/main" id="{0E045919-0EC5-4E79-88A3-86C89F04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1244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253443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53443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39" name="group-people-5">
            <a:extLst xmlns:a="http://schemas.openxmlformats.org/drawingml/2006/main">
              <a:ext uri="{FF2B5EF4-FFF2-40B4-BE49-F238E27FC236}">
                <a16:creationId xmlns:a16="http://schemas.microsoft.com/office/drawing/2014/main" id="{EDD9E419-0AE3-4DE7-AF3B-A7FC1BA9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578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</p:spTree>
    <p:extLst>
      <p:ext uri="{BB962C8B-B14F-4D97-AF65-F5344CB8AC3E}">
        <p14:creationId xmlns:p14="http://schemas.microsoft.com/office/powerpoint/2010/main" val="19567683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yout-key">
            <a:extLst xmlns:a="http://schemas.openxmlformats.org/drawingml/2006/main">
              <a:ext uri="{FF2B5EF4-FFF2-40B4-BE49-F238E27FC236}">
                <a16:creationId xmlns:a16="http://schemas.microsoft.com/office/drawing/2014/main" id="{995BF16A-54D6-48F6-9A66-FFC3257F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stats-trend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E8DC919-D986-4DF9-ABA5-6EDB02D0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661B73F2-4B46-499C-966A-DDF8FF2D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E33920-1A33-42B6-A691-D780EC56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认可统计与趋势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F98ECED-ACC5-423E-8EE1-EC3FEB5A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7C64CD11-34CB-48BE-B66F-9E94BB59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79">
            <a:extLst xmlns:a="http://schemas.openxmlformats.org/drawingml/2006/main">
              <a:ext uri="{FF2B5EF4-FFF2-40B4-BE49-F238E27FC236}">
                <a16:creationId xmlns:a16="http://schemas.microsoft.com/office/drawing/2014/main" id="{5C46E84D-4F9C-48FC-9B6B-E18DE1A5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A24E2BF-B135-47E4-837B-8EE5DCE1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00BA0BE2-BD47-44AB-826B-E196B41C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3E384-A1E0-41AF-96A5-EAEC4CEE2146}"/>
              </a:ext>
            </a:extLst>
          </p:cNvPr>
          <p:cNvGraphicFramePr/>
          <p:nvPr/>
        </p:nvGraphicFramePr>
        <p:xfrm>
          <a:off xmlns:a="http://schemas.openxmlformats.org/drawingml/2006/main" x="609600" y="2447925"/>
          <a:ext xmlns:a="http://schemas.openxmlformats.org/drawingml/2006/main" cx="109728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47750"/>
                <a:gridCol w="5048250"/>
                <a:gridCol w="2190750"/>
                <a:gridCol w="2686050"/>
              </a:tblGrid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400" b="1">
                          <a:solidFill>
                            <a:srgbClr val="7974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9D1C4"/>
                    </a:solidFill>
                  </a:tcPr>
                </a:tc>
              </a:tr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25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9336F398-CA11-46C0-87A5-C5754BD116AE}"/>
              </a:ext>
            </a:extLst>
          </p:cNvPr>
          <p:cNvGraphicFramePr/>
          <p:nvPr/>
        </p:nvGraphicFramePr>
        <p:xfrm>
          <a:off xmlns:a="http://schemas.openxmlformats.org/drawingml/2006/main" x="609600" y="3771900"/>
          <a:ext xmlns:a="http://schemas.openxmlformats.org/drawingml/2006/main" cx="10972800" cy="2019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f00175493040d8"/>
          </a:graphicData>
        </a:graphic>
      </p:graphicFrame>
    </p:spTree>
    <p:extLst>
      <p:ext uri="{BB962C8B-B14F-4D97-AF65-F5344CB8AC3E}">
        <p14:creationId xmlns:p14="http://schemas.microsoft.com/office/powerpoint/2010/main" val="15334677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3E148F38-94CA-4AB0-910D-77B52282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issuer-chart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11EC307-C924-4D70-ADA3-2DC5D009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277CDAEA-A60B-4A6D-BC60-6AD8B479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94A67B-5309-46FB-9638-A1098FDB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认可发放排名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79DF721-F7BF-46EB-93F1-046185F1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5B8B7B54-A115-4A70-B3AA-08286BAF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80">
            <a:extLst xmlns:a="http://schemas.openxmlformats.org/drawingml/2006/main">
              <a:ext uri="{FF2B5EF4-FFF2-40B4-BE49-F238E27FC236}">
                <a16:creationId xmlns:a16="http://schemas.microsoft.com/office/drawing/2014/main" id="{261635E0-8C7D-4F6D-81AB-433EF880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4D200A2-ECC3-4CED-BE22-104662E1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26035783-9F94-4559-AA6D-A4135BEA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4EA7A029-BF97-4EEB-8543-B3C44457435B}"/>
              </a:ext>
            </a:extLst>
          </p:cNvPr>
          <p:cNvGraphicFramePr/>
          <p:nvPr/>
        </p:nvGraphicFramePr>
        <p:xfrm>
          <a:off xmlns:a="http://schemas.openxmlformats.org/drawingml/2006/main" x="495300" y="2390775"/>
          <a:ext xmlns:a="http://schemas.openxmlformats.org/drawingml/2006/main" cx="11068050" cy="3324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668a45d35145e9"/>
          </a:graphicData>
        </a:graphic>
      </p:graphicFrame>
    </p:spTree>
    <p:extLst>
      <p:ext uri="{BB962C8B-B14F-4D97-AF65-F5344CB8AC3E}">
        <p14:creationId xmlns:p14="http://schemas.microsoft.com/office/powerpoint/2010/main" val="10619817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layout-key">
            <a:extLst xmlns:a="http://schemas.openxmlformats.org/drawingml/2006/main">
              <a:ext uri="{FF2B5EF4-FFF2-40B4-BE49-F238E27FC236}">
                <a16:creationId xmlns:a16="http://schemas.microsoft.com/office/drawing/2014/main" id="{E0BA76DD-D56B-49FC-B04F-7B02C38E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7F3EB"/>
                </a:solidFill>
                <a:latin typeface="Microsoft YaHei"/>
                <a:ea typeface="Microsoft YaHei"/>
                <a:cs typeface="Microsoft YaHei"/>
              </a:rPr>
              <a:t>excellent-editorial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9615040-253B-4C23-817F-76B1D323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4C02481B-101B-4E58-8B4C-B96F09E7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D45B75-8C81-4B32-835D-7C18CB21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优秀员工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B17ADB8-47FD-4BD3-8BAC-8E5699F1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08126B7C-4529-42EB-B3D4-DC10D788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81">
            <a:extLst xmlns:a="http://schemas.openxmlformats.org/drawingml/2006/main">
              <a:ext uri="{FF2B5EF4-FFF2-40B4-BE49-F238E27FC236}">
                <a16:creationId xmlns:a16="http://schemas.microsoft.com/office/drawing/2014/main" id="{6ED24E5C-6599-4F69-A940-D82FC9C8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D78069A-A38C-4E1A-8FED-2148949B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C49F44A8-93F4-4481-82EF-0AD8FE54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rule-82">
            <a:extLst xmlns:a="http://schemas.openxmlformats.org/drawingml/2006/main">
              <a:ext uri="{FF2B5EF4-FFF2-40B4-BE49-F238E27FC236}">
                <a16:creationId xmlns:a16="http://schemas.microsoft.com/office/drawing/2014/main" id="{771047F8-C894-4B49-B3A3-07A77ABA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11" name="excellent-category-0">
            <a:extLst xmlns:a="http://schemas.openxmlformats.org/drawingml/2006/main">
              <a:ext uri="{FF2B5EF4-FFF2-40B4-BE49-F238E27FC236}">
                <a16:creationId xmlns:a16="http://schemas.microsoft.com/office/drawing/2014/main" id="{7F4F7053-511F-4255-ABD6-1D8DE0DD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12" name="excellent-name-0">
            <a:extLst xmlns:a="http://schemas.openxmlformats.org/drawingml/2006/main">
              <a:ext uri="{FF2B5EF4-FFF2-40B4-BE49-F238E27FC236}">
                <a16:creationId xmlns:a16="http://schemas.microsoft.com/office/drawing/2014/main" id="{1E32887D-4D08-479C-A35D-644AAAA0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26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员工姓名</a:t>
            </a:r>
          </a:p>
        </p:txBody>
      </p:sp>
      <p:sp>
        <p:nvSpPr>
          <p:cNvPr id="13" name="excellent-scope-0">
            <a:extLst xmlns:a="http://schemas.openxmlformats.org/drawingml/2006/main">
              <a:ext uri="{FF2B5EF4-FFF2-40B4-BE49-F238E27FC236}">
                <a16:creationId xmlns:a16="http://schemas.microsoft.com/office/drawing/2014/main" id="{5618828E-9AD6-405D-9C3B-902149AD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4330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14" name="rule-83">
            <a:extLst xmlns:a="http://schemas.openxmlformats.org/drawingml/2006/main">
              <a:ext uri="{FF2B5EF4-FFF2-40B4-BE49-F238E27FC236}">
                <a16:creationId xmlns:a16="http://schemas.microsoft.com/office/drawing/2014/main" id="{ECF7580C-09CC-4A0C-9CEF-C3BA0F62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15" name="excellent-category-1">
            <a:extLst xmlns:a="http://schemas.openxmlformats.org/drawingml/2006/main">
              <a:ext uri="{FF2B5EF4-FFF2-40B4-BE49-F238E27FC236}">
                <a16:creationId xmlns:a16="http://schemas.microsoft.com/office/drawing/2014/main" id="{BC6F859B-3D02-465F-BFD5-DA860E7E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47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16" name="excellent-name-1">
            <a:extLst xmlns:a="http://schemas.openxmlformats.org/drawingml/2006/main">
              <a:ext uri="{FF2B5EF4-FFF2-40B4-BE49-F238E27FC236}">
                <a16:creationId xmlns:a16="http://schemas.microsoft.com/office/drawing/2014/main" id="{E050B639-97F0-4D02-9E64-9805E997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813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26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员工姓名</a:t>
            </a:r>
          </a:p>
        </p:txBody>
      </p:sp>
      <p:sp>
        <p:nvSpPr>
          <p:cNvPr id="17" name="excellent-scope-1">
            <a:extLst xmlns:a="http://schemas.openxmlformats.org/drawingml/2006/main">
              <a:ext uri="{FF2B5EF4-FFF2-40B4-BE49-F238E27FC236}">
                <a16:creationId xmlns:a16="http://schemas.microsoft.com/office/drawing/2014/main" id="{913521D4-2C69-4973-BE8B-7D091526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4330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18" name="rule-84">
            <a:extLst xmlns:a="http://schemas.openxmlformats.org/drawingml/2006/main">
              <a:ext uri="{FF2B5EF4-FFF2-40B4-BE49-F238E27FC236}">
                <a16:creationId xmlns:a16="http://schemas.microsoft.com/office/drawing/2014/main" id="{21C18689-97CA-4578-B51F-6260BE71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19" name="excellent-category-2">
            <a:extLst xmlns:a="http://schemas.openxmlformats.org/drawingml/2006/main">
              <a:ext uri="{FF2B5EF4-FFF2-40B4-BE49-F238E27FC236}">
                <a16:creationId xmlns:a16="http://schemas.microsoft.com/office/drawing/2014/main" id="{AC2B0CB3-0656-4BF6-A2D9-58B79485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47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20" name="excellent-name-2">
            <a:extLst xmlns:a="http://schemas.openxmlformats.org/drawingml/2006/main">
              <a:ext uri="{FF2B5EF4-FFF2-40B4-BE49-F238E27FC236}">
                <a16:creationId xmlns:a16="http://schemas.microsoft.com/office/drawing/2014/main" id="{A71F27A5-4CE6-48E9-9390-6DD63667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813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26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员工姓名</a:t>
            </a:r>
          </a:p>
        </p:txBody>
      </p:sp>
      <p:sp>
        <p:nvSpPr>
          <p:cNvPr id="21" name="excellent-scope-2">
            <a:extLst xmlns:a="http://schemas.openxmlformats.org/drawingml/2006/main">
              <a:ext uri="{FF2B5EF4-FFF2-40B4-BE49-F238E27FC236}">
                <a16:creationId xmlns:a16="http://schemas.microsoft.com/office/drawing/2014/main" id="{B379CDE0-05B9-4D91-A82D-13BCCBEF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4330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22" name="rule-85">
            <a:extLst xmlns:a="http://schemas.openxmlformats.org/drawingml/2006/main">
              <a:ext uri="{FF2B5EF4-FFF2-40B4-BE49-F238E27FC236}">
                <a16:creationId xmlns:a16="http://schemas.microsoft.com/office/drawing/2014/main" id="{62E50654-E891-4424-A316-FD5D23AF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23" name="excellent-category-3">
            <a:extLst xmlns:a="http://schemas.openxmlformats.org/drawingml/2006/main">
              <a:ext uri="{FF2B5EF4-FFF2-40B4-BE49-F238E27FC236}">
                <a16:creationId xmlns:a16="http://schemas.microsoft.com/office/drawing/2014/main" id="{353E37A4-450E-4EB3-B348-4F1DB188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52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24" name="excellent-name-3">
            <a:extLst xmlns:a="http://schemas.openxmlformats.org/drawingml/2006/main">
              <a:ext uri="{FF2B5EF4-FFF2-40B4-BE49-F238E27FC236}">
                <a16:creationId xmlns:a16="http://schemas.microsoft.com/office/drawing/2014/main" id="{3D5FEFF6-2FEF-4762-8978-9CF8B379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26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员工姓名</a:t>
            </a:r>
          </a:p>
        </p:txBody>
      </p:sp>
      <p:sp>
        <p:nvSpPr>
          <p:cNvPr id="25" name="excellent-scope-3">
            <a:extLst xmlns:a="http://schemas.openxmlformats.org/drawingml/2006/main">
              <a:ext uri="{FF2B5EF4-FFF2-40B4-BE49-F238E27FC236}">
                <a16:creationId xmlns:a16="http://schemas.microsoft.com/office/drawing/2014/main" id="{A82DE1FF-D2F7-4623-9B27-ADF1CDF6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0065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26" name="rule-86">
            <a:extLst xmlns:a="http://schemas.openxmlformats.org/drawingml/2006/main">
              <a:ext uri="{FF2B5EF4-FFF2-40B4-BE49-F238E27FC236}">
                <a16:creationId xmlns:a16="http://schemas.microsoft.com/office/drawing/2014/main" id="{9D166C88-C8F7-4CA1-881F-93BED0A3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27" name="excellent-category-4">
            <a:extLst xmlns:a="http://schemas.openxmlformats.org/drawingml/2006/main">
              <a:ext uri="{FF2B5EF4-FFF2-40B4-BE49-F238E27FC236}">
                <a16:creationId xmlns:a16="http://schemas.microsoft.com/office/drawing/2014/main" id="{5FF35482-E863-41F4-BAED-1A79A846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052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28" name="excellent-name-4">
            <a:extLst xmlns:a="http://schemas.openxmlformats.org/drawingml/2006/main">
              <a:ext uri="{FF2B5EF4-FFF2-40B4-BE49-F238E27FC236}">
                <a16:creationId xmlns:a16="http://schemas.microsoft.com/office/drawing/2014/main" id="{F9A9F063-9CB9-4469-972C-AD101030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386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26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员工姓名</a:t>
            </a:r>
          </a:p>
        </p:txBody>
      </p:sp>
      <p:sp>
        <p:nvSpPr>
          <p:cNvPr id="29" name="excellent-scope-4">
            <a:extLst xmlns:a="http://schemas.openxmlformats.org/drawingml/2006/main">
              <a:ext uri="{FF2B5EF4-FFF2-40B4-BE49-F238E27FC236}">
                <a16:creationId xmlns:a16="http://schemas.microsoft.com/office/drawing/2014/main" id="{558D5648-0484-49D4-97FD-03BF1C7B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0065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30" name="rule-87">
            <a:extLst xmlns:a="http://schemas.openxmlformats.org/drawingml/2006/main">
              <a:ext uri="{FF2B5EF4-FFF2-40B4-BE49-F238E27FC236}">
                <a16:creationId xmlns:a16="http://schemas.microsoft.com/office/drawing/2014/main" id="{7C03C473-21B2-4422-9D41-5B28C213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4"/>
          </a:solidFill>
          <a:ln xmlns:a="http://schemas.openxmlformats.org/drawingml/2006/main" w="0">
            <a:noFill/>
          </a:ln>
        </p:spPr>
      </p:sp>
      <p:sp>
        <p:nvSpPr>
          <p:cNvPr id="31" name="excellent-category-5">
            <a:extLst xmlns:a="http://schemas.openxmlformats.org/drawingml/2006/main">
              <a:ext uri="{FF2B5EF4-FFF2-40B4-BE49-F238E27FC236}">
                <a16:creationId xmlns:a16="http://schemas.microsoft.com/office/drawing/2014/main" id="{F6D5F195-3F22-4037-8856-4E2B7398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052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A8553E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32" name="excellent-name-5">
            <a:extLst xmlns:a="http://schemas.openxmlformats.org/drawingml/2006/main">
              <a:ext uri="{FF2B5EF4-FFF2-40B4-BE49-F238E27FC236}">
                <a16:creationId xmlns:a16="http://schemas.microsoft.com/office/drawing/2014/main" id="{098B7E87-6B91-4A49-9440-33DAA509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4386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defPPr>
            <a:lvl1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1pPr>
            <a:lvl2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2pPr>
            <a:lvl3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3pPr>
            <a:lvl4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4pPr>
            <a:lvl5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5pPr>
            <a:lvl6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6pPr>
            <a:lvl7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7pPr>
            <a:lvl8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8pPr>
            <a:lvl9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l">
              <a:defRPr sz="2600" b="0">
                <a:solidFill>
                  <a:srgbClr val="253443"/>
                </a:solidFill>
                <a:latin typeface="SimSun"/>
                <a:ea typeface="SimSun"/>
                <a:cs typeface="SimSun"/>
              </a:defRPr>
            </a:pPr>
            <a:r>
              <a:rPr sz="2600" b="0">
                <a:solidFill>
                  <a:srgbClr val="253443"/>
                </a:solidFill>
                <a:latin typeface="SimSun"/>
                <a:ea typeface="SimSun"/>
                <a:cs typeface="SimSun"/>
              </a:rPr>
              <a:t>员工姓名</a:t>
            </a:r>
          </a:p>
        </p:txBody>
      </p:sp>
      <p:sp>
        <p:nvSpPr>
          <p:cNvPr id="33" name="excellent-scope-5">
            <a:extLst xmlns:a="http://schemas.openxmlformats.org/drawingml/2006/main">
              <a:ext uri="{FF2B5EF4-FFF2-40B4-BE49-F238E27FC236}">
                <a16:creationId xmlns:a16="http://schemas.microsoft.com/office/drawing/2014/main" id="{597E65EF-6D8F-4723-946B-F6C7795D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20065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7469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</p:spTree>
    <p:extLst>
      <p:ext uri="{BB962C8B-B14F-4D97-AF65-F5344CB8AC3E}">
        <p14:creationId xmlns:p14="http://schemas.microsoft.com/office/powerpoint/2010/main" val="615501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2026-10-18T20:51:45.1030000Z</dcterms:created>
  <dcterms:modified xsi:type="dcterms:W3CDTF">2026-10-18T20:51:45.1030000Z</dcterms:modified>
</coreProperties>
</file>