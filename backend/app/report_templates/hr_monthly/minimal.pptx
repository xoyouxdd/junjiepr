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5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6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568c4517794a37" /><Relationship Type="http://schemas.openxmlformats.org/officeDocument/2006/relationships/extended-properties" Target="/docProps/app.xml" Id="Rac5ddd6558154669" /><Relationship Type="http://schemas.openxmlformats.org/officeDocument/2006/relationships/officeDocument" Target="/ppt/presentation.xml" Id="R5a984f31490743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6469e0caac4dc0"/>
  </p:sldMasterIdLst>
  <p:notesMasterIdLst>
    <p:notesMasterId xmlns:r="http://schemas.openxmlformats.org/officeDocument/2006/relationships" r:id="Rbb0c223d553d4231"/>
  </p:notesMasterIdLst>
  <p:sldIdLst>
    <p:sldId xmlns:r="http://schemas.openxmlformats.org/officeDocument/2006/relationships" id="256" r:id="Rf0320d21c0244d6c"/>
    <p:sldId xmlns:r="http://schemas.openxmlformats.org/officeDocument/2006/relationships" id="257" r:id="R0c1b4f0c19024ebc"/>
    <p:sldId xmlns:r="http://schemas.openxmlformats.org/officeDocument/2006/relationships" id="258" r:id="R52cea193f90f4535"/>
    <p:sldId xmlns:r="http://schemas.openxmlformats.org/officeDocument/2006/relationships" id="259" r:id="Rc737fa646db74bfd"/>
    <p:sldId xmlns:r="http://schemas.openxmlformats.org/officeDocument/2006/relationships" id="260" r:id="Rd8341facd20142d7"/>
    <p:sldId xmlns:r="http://schemas.openxmlformats.org/officeDocument/2006/relationships" id="261" r:id="R0160429feeb64ec3"/>
    <p:sldId xmlns:r="http://schemas.openxmlformats.org/officeDocument/2006/relationships" id="262" r:id="R61dee8f1e2c144d9"/>
    <p:sldId xmlns:r="http://schemas.openxmlformats.org/officeDocument/2006/relationships" id="263" r:id="Rbacbcbb5b37c4fc8"/>
    <p:sldId xmlns:r="http://schemas.openxmlformats.org/officeDocument/2006/relationships" id="264" r:id="Rbcc9e131e6b545c3"/>
    <p:sldId xmlns:r="http://schemas.openxmlformats.org/officeDocument/2006/relationships" id="265" r:id="Rc0c40919009c4fd9"/>
    <p:sldId xmlns:r="http://schemas.openxmlformats.org/officeDocument/2006/relationships" id="266" r:id="R805d847793224995"/>
    <p:sldId xmlns:r="http://schemas.openxmlformats.org/officeDocument/2006/relationships" id="267" r:id="R5407e48f3f994441"/>
    <p:sldId xmlns:r="http://schemas.openxmlformats.org/officeDocument/2006/relationships" id="268" r:id="R204d46282a284257"/>
    <p:sldId xmlns:r="http://schemas.openxmlformats.org/officeDocument/2006/relationships" id="269" r:id="R3926563ca36a4e53"/>
    <p:sldId xmlns:r="http://schemas.openxmlformats.org/officeDocument/2006/relationships" id="270" r:id="Rc2e94c45e46f4b86"/>
    <p:sldId xmlns:r="http://schemas.openxmlformats.org/officeDocument/2006/relationships" id="271" r:id="Rf7285c41785e4fbc"/>
    <p:sldId xmlns:r="http://schemas.openxmlformats.org/officeDocument/2006/relationships" id="272" r:id="Rf4415e275f3a4b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2cdc03fd0f44a1" /><Relationship Type="http://schemas.openxmlformats.org/officeDocument/2006/relationships/slideMaster" Target="/ppt/slideMasters/slideMaster1.xml" Id="Rc56469e0caac4dc0" /><Relationship Type="http://schemas.openxmlformats.org/officeDocument/2006/relationships/notesMaster" Target="/ppt/notesMasters/notesMaster1.xml" Id="Rbb0c223d553d4231" /><Relationship Type="http://schemas.openxmlformats.org/officeDocument/2006/relationships/presProps" Target="/ppt/presProps.xml" Id="Ra13f3631a5e7472a" /><Relationship Type="http://schemas.openxmlformats.org/officeDocument/2006/relationships/tableStyles" Target="/ppt/tableStyles.xml" Id="Rbd294a434557458c" /><Relationship Type="http://schemas.openxmlformats.org/officeDocument/2006/relationships/slide" Target="/ppt/slides/slide1.xml" Id="Rf0320d21c0244d6c" /><Relationship Type="http://schemas.openxmlformats.org/officeDocument/2006/relationships/slide" Target="/ppt/slides/slide2.xml" Id="R0c1b4f0c19024ebc" /><Relationship Type="http://schemas.openxmlformats.org/officeDocument/2006/relationships/slide" Target="/ppt/slides/slide3.xml" Id="R52cea193f90f4535" /><Relationship Type="http://schemas.openxmlformats.org/officeDocument/2006/relationships/slide" Target="/ppt/slides/slide4.xml" Id="Rc737fa646db74bfd" /><Relationship Type="http://schemas.openxmlformats.org/officeDocument/2006/relationships/slide" Target="/ppt/slides/slide5.xml" Id="Rd8341facd20142d7" /><Relationship Type="http://schemas.openxmlformats.org/officeDocument/2006/relationships/slide" Target="/ppt/slides/slide6.xml" Id="R0160429feeb64ec3" /><Relationship Type="http://schemas.openxmlformats.org/officeDocument/2006/relationships/slide" Target="/ppt/slides/slide7.xml" Id="R61dee8f1e2c144d9" /><Relationship Type="http://schemas.openxmlformats.org/officeDocument/2006/relationships/slide" Target="/ppt/slides/slide8.xml" Id="Rbacbcbb5b37c4fc8" /><Relationship Type="http://schemas.openxmlformats.org/officeDocument/2006/relationships/slide" Target="/ppt/slides/slide9.xml" Id="Rbcc9e131e6b545c3" /><Relationship Type="http://schemas.openxmlformats.org/officeDocument/2006/relationships/slide" Target="/ppt/slides/slide10.xml" Id="Rc0c40919009c4fd9" /><Relationship Type="http://schemas.openxmlformats.org/officeDocument/2006/relationships/slide" Target="/ppt/slides/slide11.xml" Id="R805d847793224995" /><Relationship Type="http://schemas.openxmlformats.org/officeDocument/2006/relationships/slide" Target="/ppt/slides/slide12.xml" Id="R5407e48f3f994441" /><Relationship Type="http://schemas.openxmlformats.org/officeDocument/2006/relationships/slide" Target="/ppt/slides/slide13.xml" Id="R204d46282a284257" /><Relationship Type="http://schemas.openxmlformats.org/officeDocument/2006/relationships/slide" Target="/ppt/slides/slide14.xml" Id="R3926563ca36a4e53" /><Relationship Type="http://schemas.openxmlformats.org/officeDocument/2006/relationships/slide" Target="/ppt/slides/slide15.xml" Id="Rc2e94c45e46f4b86" /><Relationship Type="http://schemas.openxmlformats.org/officeDocument/2006/relationships/slide" Target="/ppt/slides/slide16.xml" Id="Rf7285c41785e4fbc" /><Relationship Type="http://schemas.openxmlformats.org/officeDocument/2006/relationships/slide" Target="/ppt/slides/slide17.xml" Id="Rf4415e275f3a4b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d50d48330442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0f706723784b35" /><Relationship Type="http://schemas.openxmlformats.org/officeDocument/2006/relationships/notesMaster" Target="/ppt/notesMasters/notesMaster1.xml" Id="Rb204faaf313c4d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9c034c3db84723" /><Relationship Type="http://schemas.openxmlformats.org/officeDocument/2006/relationships/notesMaster" Target="/ppt/notesMasters/notesMaster1.xml" Id="R38caf5bcd33244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ca3c49f2d74ac9" /><Relationship Type="http://schemas.openxmlformats.org/officeDocument/2006/relationships/notesMaster" Target="/ppt/notesMasters/notesMaster1.xml" Id="R574b96845aa442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e1ab05a6ad46d9" /><Relationship Type="http://schemas.openxmlformats.org/officeDocument/2006/relationships/notesMaster" Target="/ppt/notesMasters/notesMaster1.xml" Id="R71ed910f750440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89374c3e5b4336" /><Relationship Type="http://schemas.openxmlformats.org/officeDocument/2006/relationships/notesMaster" Target="/ppt/notesMasters/notesMaster1.xml" Id="Re8f51159d4d44c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3ef728fb924de5" /><Relationship Type="http://schemas.openxmlformats.org/officeDocument/2006/relationships/notesMaster" Target="/ppt/notesMasters/notesMaster1.xml" Id="Re2890c18046944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3c2b7a7e144c59" /><Relationship Type="http://schemas.openxmlformats.org/officeDocument/2006/relationships/notesMaster" Target="/ppt/notesMasters/notesMaster1.xml" Id="R69b9ed74a99a47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53bf69012b4423" /><Relationship Type="http://schemas.openxmlformats.org/officeDocument/2006/relationships/notesMaster" Target="/ppt/notesMasters/notesMaster1.xml" Id="R68d9c5d7bbcf4d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298396407c4902" /><Relationship Type="http://schemas.openxmlformats.org/officeDocument/2006/relationships/notesMaster" Target="/ppt/notesMasters/notesMaster1.xml" Id="R44209dabba4b43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b24132aaf041e2" /><Relationship Type="http://schemas.openxmlformats.org/officeDocument/2006/relationships/notesMaster" Target="/ppt/notesMasters/notesMaster1.xml" Id="R7f27b6fc976e425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229d09b3e04935" /><Relationship Type="http://schemas.openxmlformats.org/officeDocument/2006/relationships/notesMaster" Target="/ppt/notesMasters/notesMaster1.xml" Id="R609b97e63fbe45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8e5bb6350064873" /><Relationship Type="http://schemas.openxmlformats.org/officeDocument/2006/relationships/notesMaster" Target="/ppt/notesMasters/notesMaster1.xml" Id="Ra2870cd0a45b47e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6d159a995904a11" /><Relationship Type="http://schemas.openxmlformats.org/officeDocument/2006/relationships/notesMaster" Target="/ppt/notesMasters/notesMaster1.xml" Id="Ra713cc5f8f41459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22297be4b9144a2" /><Relationship Type="http://schemas.openxmlformats.org/officeDocument/2006/relationships/notesMaster" Target="/ppt/notesMasters/notesMaster1.xml" Id="Re3d3ccd668ba4c6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bbc2ccb0bdc4018" /><Relationship Type="http://schemas.openxmlformats.org/officeDocument/2006/relationships/notesMaster" Target="/ppt/notesMasters/notesMaster1.xml" Id="R20abe1e85488494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a9be083fa2346a1" /><Relationship Type="http://schemas.openxmlformats.org/officeDocument/2006/relationships/notesMaster" Target="/ppt/notesMasters/notesMaster1.xml" Id="Re15972862b0b466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a01f771c50b42cf" /><Relationship Type="http://schemas.openxmlformats.org/officeDocument/2006/relationships/notesMaster" Target="/ppt/notesMasters/notesMaster1.xml" Id="Rab09087554ee48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a5aba14cc5483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a500d6c22e434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e69214809e4c2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b280874c064e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37f4e65dfb4fd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fe50ac47e441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E7D785-BEE5-4611-B392-83F7A1FDC5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64D1878-EAB9-4321-8802-780B406AEE8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32A4214-2598-4378-94B1-00058E153D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805183-2DAE-4C17-8ACF-0D5872FE61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F612A88-A5BF-4B5C-ADC3-E74E8C6F54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F924AFA-3951-45C1-889F-54D6396F05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F3E44B-B486-4BE9-8A07-D37DE787F1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AE82B57-5C33-456D-844A-44CA858D69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F139E2-4404-43FB-BC10-8AE2B2061C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990F616-A12B-4150-BC4D-42495A6B0F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540c16131b478b" /><Relationship Type="http://schemas.openxmlformats.org/officeDocument/2006/relationships/slideLayout" Target="/ppt/slideLayouts/slideLayout1.xml" Id="R94d236c3b10e4d3a" /><Relationship Type="http://schemas.openxmlformats.org/officeDocument/2006/relationships/slideLayout" Target="/ppt/slideLayouts/slideLayout2.xml" Id="R657ed865445a42e4" /><Relationship Type="http://schemas.openxmlformats.org/officeDocument/2006/relationships/slideLayout" Target="/ppt/slideLayouts/slideLayout3.xml" Id="R9b4cd06300fb4a0a" /><Relationship Type="http://schemas.openxmlformats.org/officeDocument/2006/relationships/slideLayout" Target="/ppt/slideLayouts/slideLayout4.xml" Id="R7f9f02bdf46b411d" /><Relationship Type="http://schemas.openxmlformats.org/officeDocument/2006/relationships/slideLayout" Target="/ppt/slideLayouts/slideLayout5.xml" Id="R34e9dca1155a442c" /><Relationship Type="http://schemas.openxmlformats.org/officeDocument/2006/relationships/slideLayout" Target="/ppt/slideLayouts/slideLayout6.xml" Id="Ra9cb4da36ea84c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d236c3b10e4d3a"/>
    <p:sldLayoutId xmlns:r="http://schemas.openxmlformats.org/officeDocument/2006/relationships" id="2147483650" r:id="R657ed865445a42e4"/>
    <p:sldLayoutId xmlns:r="http://schemas.openxmlformats.org/officeDocument/2006/relationships" id="2147483651" r:id="R9b4cd06300fb4a0a"/>
    <p:sldLayoutId xmlns:r="http://schemas.openxmlformats.org/officeDocument/2006/relationships" id="2147483652" r:id="R7f9f02bdf46b411d"/>
    <p:sldLayoutId xmlns:r="http://schemas.openxmlformats.org/officeDocument/2006/relationships" id="2147483653" r:id="R34e9dca1155a442c"/>
    <p:sldLayoutId xmlns:r="http://schemas.openxmlformats.org/officeDocument/2006/relationships" id="2147483654" r:id="Ra9cb4da36ea84c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0cf15a55394f7b" /><Relationship Type="http://schemas.openxmlformats.org/officeDocument/2006/relationships/image" Target="/ppt/media/image.png" Id="R2f43153194294d9f" /><Relationship Type="http://schemas.openxmlformats.org/officeDocument/2006/relationships/image" Target="/ppt/media/image.jpeg" Id="Rf143a973a8b04a6f" /><Relationship Type="http://schemas.openxmlformats.org/officeDocument/2006/relationships/notesSlide" Target="/ppt/notesSlides/notesSlide1.xml" Id="R5c338bccbfa548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bea93e63394eb6" /><Relationship Type="http://schemas.openxmlformats.org/officeDocument/2006/relationships/chart" Target="/ppt/slides/charts/chart1.xml" Id="R140fb79fbbb643d0" /><Relationship Type="http://schemas.openxmlformats.org/officeDocument/2006/relationships/notesSlide" Target="/ppt/notesSlides/notesSlide2.xml" Id="R6b111d4fd3d945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83f8b105e94720" /><Relationship Type="http://schemas.openxmlformats.org/officeDocument/2006/relationships/chart" Target="/ppt/slides/charts/chart2.xml" Id="R42b6352ecd8248ef" /><Relationship Type="http://schemas.openxmlformats.org/officeDocument/2006/relationships/notesSlide" Target="/ppt/notesSlides/notesSlide3.xml" Id="Ra4cf9372ac0743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e37120709343d3" /><Relationship Type="http://schemas.openxmlformats.org/officeDocument/2006/relationships/notesSlide" Target="/ppt/notesSlides/notesSlide4.xml" Id="Rc744903818a647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7ec2f1e9a34bf9" /><Relationship Type="http://schemas.openxmlformats.org/officeDocument/2006/relationships/notesSlide" Target="/ppt/notesSlides/notesSlide5.xml" Id="R6d07e447d1554e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85d016220a469a" /><Relationship Type="http://schemas.openxmlformats.org/officeDocument/2006/relationships/notesSlide" Target="/ppt/notesSlides/notesSlide6.xml" Id="Rbefcd0622b1e41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da30a0577a445c" /><Relationship Type="http://schemas.openxmlformats.org/officeDocument/2006/relationships/chart" Target="/ppt/slides/charts/chart3.xml" Id="R942947d5fd7b4519" /><Relationship Type="http://schemas.openxmlformats.org/officeDocument/2006/relationships/notesSlide" Target="/ppt/notesSlides/notesSlide7.xml" Id="Rc9ca4230fa334c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709eacd5674d6a" /><Relationship Type="http://schemas.openxmlformats.org/officeDocument/2006/relationships/chart" Target="/ppt/slides/charts/chart4.xml" Id="Rf38982e3fa1b49a0" /><Relationship Type="http://schemas.openxmlformats.org/officeDocument/2006/relationships/notesSlide" Target="/ppt/notesSlides/notesSlide8.xml" Id="R5db0e73ede6e48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0ef48316614f2d" /><Relationship Type="http://schemas.openxmlformats.org/officeDocument/2006/relationships/notesSlide" Target="/ppt/notesSlides/notesSlide9.xml" Id="Reb53fc91a3704b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bf11d582b24da1" /><Relationship Type="http://schemas.openxmlformats.org/officeDocument/2006/relationships/notesSlide" Target="/ppt/notesSlides/notesSlide10.xml" Id="R0f44fdb1a60d47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826045fcb749f0" /><Relationship Type="http://schemas.openxmlformats.org/officeDocument/2006/relationships/notesSlide" Target="/ppt/notesSlides/notesSlide11.xml" Id="R8f70efbbf9c2418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aa4eb1ac8244dc" /><Relationship Type="http://schemas.openxmlformats.org/officeDocument/2006/relationships/notesSlide" Target="/ppt/notesSlides/notesSlide12.xml" Id="Rfaf8305550184bc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49165fe9e040ae" /><Relationship Type="http://schemas.openxmlformats.org/officeDocument/2006/relationships/notesSlide" Target="/ppt/notesSlides/notesSlide13.xml" Id="Rb2fe3f68834a4cf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7ec68c9ba04123" /><Relationship Type="http://schemas.openxmlformats.org/officeDocument/2006/relationships/notesSlide" Target="/ppt/notesSlides/notesSlide14.xml" Id="R7130f36da9734f2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cd603850704c22" /><Relationship Type="http://schemas.openxmlformats.org/officeDocument/2006/relationships/chart" Target="/ppt/slides/charts/chart5.xml" Id="Rfb0c1af5d4b14d1e" /><Relationship Type="http://schemas.openxmlformats.org/officeDocument/2006/relationships/notesSlide" Target="/ppt/notesSlides/notesSlide15.xml" Id="Rb52fa6c5022340f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c0a285dbe34983" /><Relationship Type="http://schemas.openxmlformats.org/officeDocument/2006/relationships/chart" Target="/ppt/slides/charts/chart6.xml" Id="R508f926026404812" /><Relationship Type="http://schemas.openxmlformats.org/officeDocument/2006/relationships/notesSlide" Target="/ppt/notesSlides/notesSlide16.xml" Id="Rcc8a3678333a434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25c70ec7e24067" /><Relationship Type="http://schemas.openxmlformats.org/officeDocument/2006/relationships/notesSlide" Target="/ppt/notesSlides/notesSlide17.xml" Id="Rfea4657e69b54de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CM/TR</c:v>
          </c:tx>
          <c:spPr>
            <a:solidFill xmlns:a="http://schemas.openxmlformats.org/drawingml/2006/main">
              <a:srgbClr val="087D90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安全</c:v>
                </c:pt>
                <c:pt idx="1">
                  <c:v>礼仪</c:v>
                </c:pt>
                <c:pt idx="2">
                  <c:v>效率</c:v>
                </c:pt>
                <c:pt idx="3">
                  <c:v>演出</c:v>
                </c:pt>
                <c:pt idx="4">
                  <c:v>包容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88</c:v>
                </c:pt>
                <c:pt idx="1">
                  <c:v>54</c:v>
                </c:pt>
                <c:pt idx="2">
                  <c:v>38</c:v>
                </c:pt>
                <c:pt idx="3">
                  <c:v>24</c:v>
                </c:pt>
                <c:pt idx="4">
                  <c:v>12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172B3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DCE5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CM/TR</c:v>
          </c:tx>
          <c:spPr>
            <a:solidFill xmlns:a="http://schemas.openxmlformats.org/drawingml/2006/main">
              <a:srgbClr val="087D90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安全</c:v>
                </c:pt>
                <c:pt idx="1">
                  <c:v>礼仪</c:v>
                </c:pt>
                <c:pt idx="2">
                  <c:v>效率</c:v>
                </c:pt>
                <c:pt idx="3">
                  <c:v>演出</c:v>
                </c:pt>
                <c:pt idx="4">
                  <c:v>包容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88</c:v>
                </c:pt>
                <c:pt idx="1">
                  <c:v>54</c:v>
                </c:pt>
                <c:pt idx="2">
                  <c:v>38</c:v>
                </c:pt>
                <c:pt idx="3">
                  <c:v>24</c:v>
                </c:pt>
                <c:pt idx="4">
                  <c:v>12</c:v>
                </c:pt>
              </c:numCache>
            </c:numRef>
          </c:val>
        </c:ser>
        <c:ser>
          <c:idx val="1"/>
          <c:order val="1"/>
          <c:tx>
            <c:v>LEAD/其他</c:v>
          </c:tx>
          <c:spPr>
            <a:solidFill xmlns:a="http://schemas.openxmlformats.org/drawingml/2006/main">
              <a:srgbClr val="94ABB8"/>
            </a:solidFill>
          </c:spPr>
          <c:invertIfNegative val="0"/>
          <c:cat>
            <c:strRef>
              <c:f>'Chart Data'!$C$2:$C$6</c:f>
              <c:strCache>
                <c:ptCount val="5"/>
                <c:pt idx="0">
                  <c:v>安全</c:v>
                </c:pt>
                <c:pt idx="1">
                  <c:v>礼仪</c:v>
                </c:pt>
                <c:pt idx="2">
                  <c:v>效率</c:v>
                </c:pt>
                <c:pt idx="3">
                  <c:v>演出</c:v>
                </c:pt>
                <c:pt idx="4">
                  <c:v>包容</c:v>
                </c:pt>
              </c:strCache>
            </c:strRef>
          </c:cat>
          <c:val>
            <c:numRef>
              <c:f>'Chart Data'!$D$2:$D$6</c:f>
              <c:numCache>
                <c:formatCode>0</c:formatCode>
                <c:ptCount val="5"/>
                <c:pt idx="0">
                  <c:v>4</c:v>
                </c:pt>
                <c:pt idx="1">
                  <c:v>6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172B3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DCE5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CM/TR</c:v>
          </c:tx>
          <c:spPr>
            <a:solidFill xmlns:a="http://schemas.openxmlformats.org/drawingml/2006/main">
              <a:srgbClr val="087D90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安全</c:v>
                </c:pt>
                <c:pt idx="1">
                  <c:v>礼仪</c:v>
                </c:pt>
                <c:pt idx="2">
                  <c:v>效率</c:v>
                </c:pt>
                <c:pt idx="3">
                  <c:v>演出</c:v>
                </c:pt>
                <c:pt idx="4">
                  <c:v>包容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88</c:v>
                </c:pt>
                <c:pt idx="1">
                  <c:v>54</c:v>
                </c:pt>
                <c:pt idx="2">
                  <c:v>38</c:v>
                </c:pt>
                <c:pt idx="3">
                  <c:v>24</c:v>
                </c:pt>
                <c:pt idx="4">
                  <c:v>12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172B3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DCE5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认可率</c:v>
          </c:tx>
          <c:spPr>
            <a:solidFill xmlns:a="http://schemas.openxmlformats.org/drawingml/2006/main">
              <a:srgbClr val="087D90"/>
            </a:solidFill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2026-07</c:v>
                </c:pt>
                <c:pt idx="1">
                  <c:v>2026-08</c:v>
                </c:pt>
                <c:pt idx="2">
                  <c:v>2026-09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95</c:v>
                </c:pt>
                <c:pt idx="1">
                  <c:v>110</c:v>
                </c:pt>
                <c:pt idx="2">
                  <c:v>120</c:v>
                </c:pt>
              </c:numCache>
            </c:numRef>
          </c:val>
        </c:ser>
        <c:dLbls>
          <c:numFmt formatCode="0.##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72B3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5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CE5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认可率</c:v>
          </c:tx>
          <c:spPr>
            <a:solidFill xmlns:a="http://schemas.openxmlformats.org/drawingml/2006/main">
              <a:srgbClr val="087D90"/>
            </a:solidFill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2026-07</c:v>
                </c:pt>
                <c:pt idx="1">
                  <c:v>2026-08</c:v>
                </c:pt>
                <c:pt idx="2">
                  <c:v>2026-09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95</c:v>
                </c:pt>
                <c:pt idx="1">
                  <c:v>110</c:v>
                </c:pt>
                <c:pt idx="2">
                  <c:v>120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B3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5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CE5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CM/TR</c:v>
          </c:tx>
          <c:spPr>
            <a:solidFill xmlns:a="http://schemas.openxmlformats.org/drawingml/2006/main">
              <a:srgbClr val="087D90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安全</c:v>
                </c:pt>
                <c:pt idx="1">
                  <c:v>礼仪</c:v>
                </c:pt>
                <c:pt idx="2">
                  <c:v>效率</c:v>
                </c:pt>
                <c:pt idx="3">
                  <c:v>演出</c:v>
                </c:pt>
                <c:pt idx="4">
                  <c:v>包容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88</c:v>
                </c:pt>
                <c:pt idx="1">
                  <c:v>54</c:v>
                </c:pt>
                <c:pt idx="2">
                  <c:v>38</c:v>
                </c:pt>
                <c:pt idx="3">
                  <c:v>24</c:v>
                </c:pt>
                <c:pt idx="4">
                  <c:v>12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172B3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DCE5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layout-key">
            <a:extLst xmlns:a="http://schemas.openxmlformats.org/drawingml/2006/main">
              <a:ext uri="{FF2B5EF4-FFF2-40B4-BE49-F238E27FC236}">
                <a16:creationId xmlns:a16="http://schemas.microsoft.com/office/drawing/2014/main" id="{D4CCB787-D4A4-4FCD-8387-40281E45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rPr>
              <a:t>cover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BB3D161B-1A43-44FD-8E83-BC31BE6A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2F7D0BEB-F4F2-4E9C-A065-018C0F13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C173FFF-E47C-46F7-B55B-28A8A01C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334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8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8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8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8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8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8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8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8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8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rPr>
              <a:t>团队运营月报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9F08D57B-A634-40B4-B7EC-D4EB0AD0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8B84F28B-6B84-4DFB-9CA3-E390A377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rule-30">
            <a:extLst xmlns:a="http://schemas.openxmlformats.org/drawingml/2006/main">
              <a:ext uri="{FF2B5EF4-FFF2-40B4-BE49-F238E27FC236}">
                <a16:creationId xmlns:a16="http://schemas.microsoft.com/office/drawing/2014/main" id="{63D99F87-C3CD-40BB-BF80-365FFC10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8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A504D3C8-714B-4B67-95D0-3D8F54D8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820038C6-8D02-404E-8365-55086DDC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38C2A1-9DD8-4DC7-AC36-6938DBA29C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3153194294d9f"/>
          <a:stretch xmlns:a="http://schemas.openxmlformats.org/drawingml/2006/main"/>
        </p:blipFill>
        <p:spPr>
          <a:xfrm xmlns:a="http://schemas.openxmlformats.org/drawingml/2006/main">
            <a:off x="609600" y="3714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1" name="brand">
            <a:extLst xmlns:a="http://schemas.openxmlformats.org/drawingml/2006/main">
              <a:ext uri="{FF2B5EF4-FFF2-40B4-BE49-F238E27FC236}">
                <a16:creationId xmlns:a16="http://schemas.microsoft.com/office/drawing/2014/main" id="{91E4C133-5ACA-4BB5-BFD2-592217E0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00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rPr>
              <a:t>FZ团队工作台</a:t>
            </a:r>
          </a:p>
        </p:txBody>
      </p:sp>
      <p:sp>
        <p:nvSpPr>
          <p:cNvPr id="12" name="scope">
            <a:extLst xmlns:a="http://schemas.openxmlformats.org/drawingml/2006/main">
              <a:ext uri="{FF2B5EF4-FFF2-40B4-BE49-F238E27FC236}">
                <a16:creationId xmlns:a16="http://schemas.microsoft.com/office/drawing/2014/main" id="{79DCCD2B-EE02-4A74-9EA5-8D0FB779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报告范围</a:t>
            </a:r>
          </a:p>
        </p:txBody>
      </p:sp>
      <p:sp>
        <p:nvSpPr>
          <p:cNvPr id="13" name="status">
            <a:extLst xmlns:a="http://schemas.openxmlformats.org/drawingml/2006/main">
              <a:ext uri="{FF2B5EF4-FFF2-40B4-BE49-F238E27FC236}">
                <a16:creationId xmlns:a16="http://schemas.microsoft.com/office/drawing/2014/main" id="{28D508C6-1CA7-4734-B32F-2E1A7030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006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已月结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D42365-12C7-4BB4-8292-6F5BE759EB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43a973a8b04a6f"/>
          <a:stretch xmlns:a="http://schemas.openxmlformats.org/drawingml/2006/main"/>
        </p:blipFill>
        <p:spPr>
          <a:xfrm xmlns:a="http://schemas.openxmlformats.org/drawingml/2006/main">
            <a:off x="6248400" y="1895475"/>
            <a:ext cx="5334000" cy="3000375"/>
          </a:xfrm>
          <a:prstGeom xmlns:a="http://schemas.openxmlformats.org/drawingml/2006/main" prst="rect">
            <a:avLst/>
          </a:prstGeom>
        </p:spPr>
      </p:pic>
      <p:sp>
        <p:nvSpPr>
          <p:cNvPr id="15" name="illustration-label">
            <a:extLst xmlns:a="http://schemas.openxmlformats.org/drawingml/2006/main">
              <a:ext uri="{FF2B5EF4-FFF2-40B4-BE49-F238E27FC236}">
                <a16:creationId xmlns:a16="http://schemas.microsoft.com/office/drawing/2014/main" id="{E159FF79-9CE7-418F-BF28-09D84266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86350"/>
            <a:ext cx="5334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视觉示意图，非真实活动照片</a:t>
            </a:r>
          </a:p>
        </p:txBody>
      </p:sp>
    </p:spTree>
    <p:extLst>
      <p:ext uri="{BB962C8B-B14F-4D97-AF65-F5344CB8AC3E}">
        <p14:creationId xmlns:p14="http://schemas.microsoft.com/office/powerpoint/2010/main" val="7870288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layout-key">
            <a:extLst xmlns:a="http://schemas.openxmlformats.org/drawingml/2006/main">
              <a:ext uri="{FF2B5EF4-FFF2-40B4-BE49-F238E27FC236}">
                <a16:creationId xmlns:a16="http://schemas.microsoft.com/office/drawing/2014/main" id="{40B98BB9-DA9E-4FD8-9785-2D251E5A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rPr>
              <a:t>overview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350AF46-AA34-4379-895B-DCCAF4DD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08C81070-4258-4930-B179-9858C82A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B10F04D-5AEF-43BC-83C7-5E79B1C3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rPr>
              <a:t>月度概览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7B7E195C-780A-4612-B3A2-7ADCA238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DC88CDDE-0972-4484-9608-527645DB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31">
            <a:extLst xmlns:a="http://schemas.openxmlformats.org/drawingml/2006/main">
              <a:ext uri="{FF2B5EF4-FFF2-40B4-BE49-F238E27FC236}">
                <a16:creationId xmlns:a16="http://schemas.microsoft.com/office/drawing/2014/main" id="{D84E1502-D8BB-43AF-A7EF-78EF3FE6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8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BF7B2093-ABB2-4AA5-9020-AD779C28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C227D895-3F4C-4AB4-A74D-C54570CC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sp>
        <p:nvSpPr>
          <p:cNvPr id="10" name="hero">
            <a:extLst xmlns:a="http://schemas.openxmlformats.org/drawingml/2006/main">
              <a:ext uri="{FF2B5EF4-FFF2-40B4-BE49-F238E27FC236}">
                <a16:creationId xmlns:a16="http://schemas.microsoft.com/office/drawing/2014/main" id="{8859BF0B-607A-4074-AB9F-09CB7036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86025"/>
            <a:ext cx="2667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00" b="1">
                <a:solidFill>
                  <a:srgbClr val="087D90"/>
                </a:solidFill>
                <a:latin typeface="Arial"/>
                <a:ea typeface="Arial"/>
                <a:cs typeface="Arial"/>
              </a:defRPr>
            </a:defPPr>
            <a:lvl1pPr algn="l">
              <a:defRPr sz="6700" b="1">
                <a:solidFill>
                  <a:srgbClr val="087D90"/>
                </a:solidFill>
                <a:latin typeface="Arial"/>
                <a:ea typeface="Arial"/>
                <a:cs typeface="Arial"/>
              </a:defRPr>
            </a:lvl1pPr>
            <a:lvl2pPr algn="l">
              <a:defRPr sz="6700" b="1">
                <a:solidFill>
                  <a:srgbClr val="087D90"/>
                </a:solidFill>
                <a:latin typeface="Arial"/>
                <a:ea typeface="Arial"/>
                <a:cs typeface="Arial"/>
              </a:defRPr>
            </a:lvl2pPr>
            <a:lvl3pPr algn="l">
              <a:defRPr sz="6700" b="1">
                <a:solidFill>
                  <a:srgbClr val="087D90"/>
                </a:solidFill>
                <a:latin typeface="Arial"/>
                <a:ea typeface="Arial"/>
                <a:cs typeface="Arial"/>
              </a:defRPr>
            </a:lvl3pPr>
            <a:lvl4pPr algn="l">
              <a:defRPr sz="6700" b="1">
                <a:solidFill>
                  <a:srgbClr val="087D90"/>
                </a:solidFill>
                <a:latin typeface="Arial"/>
                <a:ea typeface="Arial"/>
                <a:cs typeface="Arial"/>
              </a:defRPr>
            </a:lvl4pPr>
            <a:lvl5pPr algn="l">
              <a:defRPr sz="6700" b="1">
                <a:solidFill>
                  <a:srgbClr val="087D90"/>
                </a:solidFill>
                <a:latin typeface="Arial"/>
                <a:ea typeface="Arial"/>
                <a:cs typeface="Arial"/>
              </a:defRPr>
            </a:lvl5pPr>
            <a:lvl6pPr algn="l">
              <a:defRPr sz="6700" b="1">
                <a:solidFill>
                  <a:srgbClr val="087D90"/>
                </a:solidFill>
                <a:latin typeface="Arial"/>
                <a:ea typeface="Arial"/>
                <a:cs typeface="Arial"/>
              </a:defRPr>
            </a:lvl6pPr>
            <a:lvl7pPr algn="l">
              <a:defRPr sz="6700" b="1">
                <a:solidFill>
                  <a:srgbClr val="087D90"/>
                </a:solidFill>
                <a:latin typeface="Arial"/>
                <a:ea typeface="Arial"/>
                <a:cs typeface="Arial"/>
              </a:defRPr>
            </a:lvl7pPr>
            <a:lvl8pPr algn="l">
              <a:defRPr sz="6700" b="1">
                <a:solidFill>
                  <a:srgbClr val="087D90"/>
                </a:solidFill>
                <a:latin typeface="Arial"/>
                <a:ea typeface="Arial"/>
                <a:cs typeface="Arial"/>
              </a:defRPr>
            </a:lvl8pPr>
            <a:lvl9pPr algn="l">
              <a:defRPr sz="6700" b="1">
                <a:solidFill>
                  <a:srgbClr val="087D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00" b="1">
                <a:solidFill>
                  <a:srgbClr val="087D90"/>
                </a:solidFill>
                <a:latin typeface="Arial"/>
                <a:ea typeface="Arial"/>
                <a:cs typeface="Arial"/>
              </a:defRPr>
            </a:pPr>
            <a:r>
              <a:rPr sz="6700" b="1">
                <a:solidFill>
                  <a:srgbClr val="087D90"/>
                </a:solidFill>
                <a:latin typeface="Arial"/>
                <a:ea typeface="Arial"/>
                <a:cs typeface="Arial"/>
              </a:rPr>
              <a:t>216</a:t>
            </a:r>
          </a:p>
        </p:txBody>
      </p:sp>
      <p:sp>
        <p:nvSpPr>
          <p:cNvPr id="11" name="hero-label">
            <a:extLst xmlns:a="http://schemas.openxmlformats.org/drawingml/2006/main">
              <a:ext uri="{FF2B5EF4-FFF2-40B4-BE49-F238E27FC236}">
                <a16:creationId xmlns:a16="http://schemas.microsoft.com/office/drawing/2014/main" id="{8072E385-3147-4169-9C37-506ABF72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95700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rPr>
              <a:t>确认认可次数</a:t>
            </a:r>
          </a:p>
        </p:txBody>
      </p:sp>
      <p:sp>
        <p:nvSpPr>
          <p:cNvPr id="12" name="metrics">
            <a:extLst xmlns:a="http://schemas.openxmlformats.org/drawingml/2006/main">
              <a:ext uri="{FF2B5EF4-FFF2-40B4-BE49-F238E27FC236}">
                <a16:creationId xmlns:a16="http://schemas.microsoft.com/office/drawing/2014/main" id="{C4D56D08-8602-4D7E-A0E8-AB2F46A3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24350"/>
            <a:ext cx="295275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180 人</a:t>
            </a:r>
          </a:p>
          <a:p xmlns:a="http://schemas.openxmlformats.org/drawingml/2006/main">
            <a:pPr algn="l">
              <a:defRPr sz="2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14 条有效减分</a:t>
            </a:r>
          </a:p>
          <a:p xmlns:a="http://schemas.openxmlformats.org/drawingml/2006/main">
            <a:pPr algn="l">
              <a:defRPr sz="2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认可率120%</a:t>
            </a:r>
          </a:p>
        </p:txBody>
      </p:sp>
      <p:graphicFrame>
        <p:nvGraphicFramePr>
          <p:cNvPr id="13" name="Chart">
            <a:extLst xmlns:a="http://schemas.openxmlformats.org/drawingml/2006/main">
              <a:ext uri="{FF2B5EF4-FFF2-40B4-BE49-F238E27FC236}">
                <a16:creationId xmlns:a16="http://schemas.microsoft.com/office/drawing/2014/main" id="{71508DCC-F9AD-475A-BF45-24B1FEA48528}"/>
              </a:ext>
            </a:extLst>
          </p:cNvPr>
          <p:cNvGraphicFramePr/>
          <p:nvPr/>
        </p:nvGraphicFramePr>
        <p:xfrm>
          <a:off xmlns:a="http://schemas.openxmlformats.org/drawingml/2006/main" x="504825" y="2543175"/>
          <a:ext xmlns:a="http://schemas.openxmlformats.org/drawingml/2006/main" cx="7753350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0fb79fbbb643d0"/>
          </a:graphicData>
        </a:graphic>
      </p:graphicFrame>
    </p:spTree>
    <p:extLst>
      <p:ext uri="{BB962C8B-B14F-4D97-AF65-F5344CB8AC3E}">
        <p14:creationId xmlns:p14="http://schemas.microsoft.com/office/powerpoint/2010/main" val="514695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ayout-key">
            <a:extLst xmlns:a="http://schemas.openxmlformats.org/drawingml/2006/main">
              <a:ext uri="{FF2B5EF4-FFF2-40B4-BE49-F238E27FC236}">
                <a16:creationId xmlns:a16="http://schemas.microsoft.com/office/drawing/2014/main" id="{6DA1C4A5-0C77-4CBD-9E00-003CE25F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rPr>
              <a:t>classification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C6C17470-FB47-4C7C-B17C-190B27C8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568BDC9D-DCAC-4B77-9057-A3191E09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E6768E1-8549-48E0-8A28-ADF9C67B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rPr>
              <a:t>分类统计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539A9911-6FC8-432D-A9DA-B442B0C4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D92DA235-3FF2-4E2B-965E-8F44B739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32">
            <a:extLst xmlns:a="http://schemas.openxmlformats.org/drawingml/2006/main">
              <a:ext uri="{FF2B5EF4-FFF2-40B4-BE49-F238E27FC236}">
                <a16:creationId xmlns:a16="http://schemas.microsoft.com/office/drawing/2014/main" id="{B6FD9245-81C7-47C2-910F-129CA63A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8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58846798-B5BC-4E5D-80CE-E194ABDC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319F3035-08ED-40BA-8323-546D54E3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83BE8F31-6FF5-4C5C-B541-F804340C5418}"/>
              </a:ext>
            </a:extLst>
          </p:cNvPr>
          <p:cNvGraphicFramePr/>
          <p:nvPr/>
        </p:nvGraphicFramePr>
        <p:xfrm>
          <a:off xmlns:a="http://schemas.openxmlformats.org/drawingml/2006/main" x="495300" y="2390775"/>
          <a:ext xmlns:a="http://schemas.openxmlformats.org/drawingml/2006/main" cx="11068050" cy="3324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b6352ecd8248ef"/>
          </a:graphicData>
        </a:graphic>
      </p:graphicFrame>
    </p:spTree>
    <p:extLst>
      <p:ext uri="{BB962C8B-B14F-4D97-AF65-F5344CB8AC3E}">
        <p14:creationId xmlns:p14="http://schemas.microsoft.com/office/powerpoint/2010/main" val="19045068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ayout-key">
            <a:extLst xmlns:a="http://schemas.openxmlformats.org/drawingml/2006/main">
              <a:ext uri="{FF2B5EF4-FFF2-40B4-BE49-F238E27FC236}">
                <a16:creationId xmlns:a16="http://schemas.microsoft.com/office/drawing/2014/main" id="{BC99CBAE-2556-4BA2-85FD-162DF055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rPr>
              <a:t>table4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D773D3C-9CF7-48EE-BB21-171A2807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EB31395B-004A-424B-809D-887EE522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745E89A-CE30-4C33-9E5B-250C5269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rPr>
              <a:t>数据明细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1B082406-0CCC-4EE4-BFF0-C57560AE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22B5313F-FB31-4697-A07D-7037CA1B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33">
            <a:extLst xmlns:a="http://schemas.openxmlformats.org/drawingml/2006/main">
              <a:ext uri="{FF2B5EF4-FFF2-40B4-BE49-F238E27FC236}">
                <a16:creationId xmlns:a16="http://schemas.microsoft.com/office/drawing/2014/main" id="{0826C20D-4C4F-40D7-9A0E-0461D5FE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8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568EE502-D837-4F5D-8476-B44EDD7A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0F942AD1-29C1-437C-A978-0048F255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A5C9F8-CF32-49CB-BC6E-6A44404D4879}"/>
              </a:ext>
            </a:extLst>
          </p:cNvPr>
          <p:cNvGraphicFramePr/>
          <p:nvPr/>
        </p:nvGraphicFramePr>
        <p:xfrm>
          <a:off xmlns:a="http://schemas.openxmlformats.org/drawingml/2006/main" x="609600" y="2447925"/>
          <a:ext xmlns:a="http://schemas.openxmlformats.org/drawingml/2006/main" cx="10972800" cy="1104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047750"/>
                <a:gridCol w="5048250"/>
                <a:gridCol w="2190750"/>
                <a:gridCol w="2686050"/>
              </a:tblGrid>
              <a:tr h="552450"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6877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CE5E8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6877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CE5E8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6877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CE5E8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r"/>
                      <a:r>
                        <a:rPr sz="1400" b="1">
                          <a:solidFill>
                            <a:srgbClr val="6877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CE5E8"/>
                    </a:solidFill>
                  </a:tcPr>
                </a:tc>
              </a:tr>
              <a:tr h="552450"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r"/>
                      <a:r>
                        <a:rPr sz="1800" b="1">
                          <a:solidFill>
                            <a:srgbClr val="17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06923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ayout-key">
            <a:extLst xmlns:a="http://schemas.openxmlformats.org/drawingml/2006/main">
              <a:ext uri="{FF2B5EF4-FFF2-40B4-BE49-F238E27FC236}">
                <a16:creationId xmlns:a16="http://schemas.microsoft.com/office/drawing/2014/main" id="{CF9E1191-1421-4CBC-8B87-900F9284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rPr>
              <a:t>table5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B2C548EE-2DB6-4B99-90D7-DFBD6EF6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61E522F7-400D-4F75-B950-A40C26A0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978685-3164-4EBD-B34C-D989B726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rPr>
              <a:t>数据明细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B29EF465-B525-4F91-B028-0415D643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C58E87CF-C897-480B-8EB7-598F60EE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34">
            <a:extLst xmlns:a="http://schemas.openxmlformats.org/drawingml/2006/main">
              <a:ext uri="{FF2B5EF4-FFF2-40B4-BE49-F238E27FC236}">
                <a16:creationId xmlns:a16="http://schemas.microsoft.com/office/drawing/2014/main" id="{3954F068-C0EE-42FE-9B6D-CF9F22EC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8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D5130214-6275-436C-BEDD-EE997A3D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7DA144A7-7606-4010-9635-E5801822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03EFAF-9D0C-4ECC-972B-250E0F11510E}"/>
              </a:ext>
            </a:extLst>
          </p:cNvPr>
          <p:cNvGraphicFramePr/>
          <p:nvPr/>
        </p:nvGraphicFramePr>
        <p:xfrm>
          <a:off xmlns:a="http://schemas.openxmlformats.org/drawingml/2006/main" x="609600" y="2447925"/>
          <a:ext xmlns:a="http://schemas.openxmlformats.org/drawingml/2006/main" cx="10972800" cy="1104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62000"/>
                <a:gridCol w="3333750"/>
                <a:gridCol w="3333750"/>
                <a:gridCol w="1524000"/>
                <a:gridCol w="2019300"/>
              </a:tblGrid>
              <a:tr h="552450"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6877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CE5E8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6877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CE5E8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6877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CE5E8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6877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CE5E8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r"/>
                      <a:r>
                        <a:rPr sz="1400" b="1">
                          <a:solidFill>
                            <a:srgbClr val="6877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CE5E8"/>
                    </a:solidFill>
                  </a:tcPr>
                </a:tc>
              </a:tr>
              <a:tr h="552450"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r"/>
                      <a:r>
                        <a:rPr sz="1800" b="1">
                          <a:solidFill>
                            <a:srgbClr val="17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8981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ayout-key">
            <a:extLst xmlns:a="http://schemas.openxmlformats.org/drawingml/2006/main">
              <a:ext uri="{FF2B5EF4-FFF2-40B4-BE49-F238E27FC236}">
                <a16:creationId xmlns:a16="http://schemas.microsoft.com/office/drawing/2014/main" id="{ED7FF6FB-2C1A-481B-B1CA-35AFF51A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rPr>
              <a:t>table7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70B365D9-56D2-440D-A49D-68085B39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8A3C3917-3F77-4192-A643-EE37EEC0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8BB3A15-C73F-4993-BFF2-003CE28E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rPr>
              <a:t>数据明细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314CAD2E-07B4-4E85-83F4-81748039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A19006A6-0799-4FBF-A9AB-7A0B3C3D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35">
            <a:extLst xmlns:a="http://schemas.openxmlformats.org/drawingml/2006/main">
              <a:ext uri="{FF2B5EF4-FFF2-40B4-BE49-F238E27FC236}">
                <a16:creationId xmlns:a16="http://schemas.microsoft.com/office/drawing/2014/main" id="{B6681FB3-2335-414C-98FF-885DACFB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8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636F5B63-37B4-45C7-AE42-44503194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314A751F-5FF5-49A0-97F1-21B52151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253BEE-212A-4A23-973E-92F5DC4731EF}"/>
              </a:ext>
            </a:extLst>
          </p:cNvPr>
          <p:cNvGraphicFramePr/>
          <p:nvPr/>
        </p:nvGraphicFramePr>
        <p:xfrm>
          <a:off xmlns:a="http://schemas.openxmlformats.org/drawingml/2006/main" x="609600" y="2447925"/>
          <a:ext xmlns:a="http://schemas.openxmlformats.org/drawingml/2006/main" cx="10972800" cy="1104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14375"/>
                <a:gridCol w="2524125"/>
                <a:gridCol w="1333500"/>
                <a:gridCol w="1476375"/>
                <a:gridCol w="1476375"/>
                <a:gridCol w="1476375"/>
                <a:gridCol w="1971675"/>
              </a:tblGrid>
              <a:tr h="552450"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6877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CE5E8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6877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CE5E8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6877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CE5E8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6877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CE5E8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6877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CE5E8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6877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CE5E8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r"/>
                      <a:r>
                        <a:rPr sz="1400" b="1">
                          <a:solidFill>
                            <a:srgbClr val="6877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CE5E8"/>
                    </a:solidFill>
                  </a:tcPr>
                </a:tc>
              </a:tr>
              <a:tr h="552450"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r"/>
                      <a:r>
                        <a:rPr sz="1800" b="1">
                          <a:solidFill>
                            <a:srgbClr val="17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24704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ayout-key">
            <a:extLst xmlns:a="http://schemas.openxmlformats.org/drawingml/2006/main">
              <a:ext uri="{FF2B5EF4-FFF2-40B4-BE49-F238E27FC236}">
                <a16:creationId xmlns:a16="http://schemas.microsoft.com/office/drawing/2014/main" id="{61A22B46-941F-411C-9939-FEC8B4B1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rPr>
              <a:t>group-chart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82183C5D-A28C-4324-8D4D-367D3A2C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EA42051F-9913-46D4-B6AD-E5ABD4BE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6C1ADD7-76E9-4ECA-818E-FCC34156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rPr>
              <a:t>小组分排名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F7F8E833-8D8C-4ED2-A379-526496B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D7090EF6-C172-47D2-9FEC-FE533997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36">
            <a:extLst xmlns:a="http://schemas.openxmlformats.org/drawingml/2006/main">
              <a:ext uri="{FF2B5EF4-FFF2-40B4-BE49-F238E27FC236}">
                <a16:creationId xmlns:a16="http://schemas.microsoft.com/office/drawing/2014/main" id="{85A3621A-B5B0-4A55-9FFD-4B77E95C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8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19D48596-264C-465D-82A7-F727B8E2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DD894E54-51CA-4803-88FC-6B7C2F6F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F6D775BE-CD06-4CF4-B911-35E6A691E49A}"/>
              </a:ext>
            </a:extLst>
          </p:cNvPr>
          <p:cNvGraphicFramePr/>
          <p:nvPr/>
        </p:nvGraphicFramePr>
        <p:xfrm>
          <a:off xmlns:a="http://schemas.openxmlformats.org/drawingml/2006/main" x="495300" y="2390775"/>
          <a:ext xmlns:a="http://schemas.openxmlformats.org/drawingml/2006/main" cx="11068050" cy="3324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2947d5fd7b4519"/>
          </a:graphicData>
        </a:graphic>
      </p:graphicFrame>
    </p:spTree>
    <p:extLst>
      <p:ext uri="{BB962C8B-B14F-4D97-AF65-F5344CB8AC3E}">
        <p14:creationId xmlns:p14="http://schemas.microsoft.com/office/powerpoint/2010/main" val="20352097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ayout-key">
            <a:extLst xmlns:a="http://schemas.openxmlformats.org/drawingml/2006/main">
              <a:ext uri="{FF2B5EF4-FFF2-40B4-BE49-F238E27FC236}">
                <a16:creationId xmlns:a16="http://schemas.microsoft.com/office/drawing/2014/main" id="{97171C8E-D8E2-4A70-84DB-D30535BC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rPr>
              <a:t>trend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C1E4FDB3-18DC-4477-9D70-9897E69B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D5EB91E5-1305-4590-99A9-771A739D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BFC1BBD-9220-41C2-9996-F24A7A59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rPr>
              <a:t>认可率趋势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E0E4B860-9850-461D-A49C-00470254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8E90084E-1CED-43BA-BDD6-4A6064AC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37">
            <a:extLst xmlns:a="http://schemas.openxmlformats.org/drawingml/2006/main">
              <a:ext uri="{FF2B5EF4-FFF2-40B4-BE49-F238E27FC236}">
                <a16:creationId xmlns:a16="http://schemas.microsoft.com/office/drawing/2014/main" id="{5BC29476-00FD-41F9-9704-B1028820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8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C975D288-5E64-45D6-833D-A7098FF6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22081D3B-4391-4FE1-A32B-2077607E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EE303731-55E9-4B22-8D44-3A332F8D04A8}"/>
              </a:ext>
            </a:extLst>
          </p:cNvPr>
          <p:cNvGraphicFramePr/>
          <p:nvPr/>
        </p:nvGraphicFramePr>
        <p:xfrm>
          <a:off xmlns:a="http://schemas.openxmlformats.org/drawingml/2006/main" x="581025" y="2447925"/>
          <a:ext xmlns:a="http://schemas.openxmlformats.org/drawingml/2006/main" cx="10906125" cy="3267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8982e3fa1b49a0"/>
          </a:graphicData>
        </a:graphic>
      </p:graphicFrame>
    </p:spTree>
    <p:extLst>
      <p:ext uri="{BB962C8B-B14F-4D97-AF65-F5344CB8AC3E}">
        <p14:creationId xmlns:p14="http://schemas.microsoft.com/office/powerpoint/2010/main" val="17504107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ayout-key">
            <a:extLst xmlns:a="http://schemas.openxmlformats.org/drawingml/2006/main">
              <a:ext uri="{FF2B5EF4-FFF2-40B4-BE49-F238E27FC236}">
                <a16:creationId xmlns:a16="http://schemas.microsoft.com/office/drawing/2014/main" id="{4ADC87FB-8DD3-4F0A-8A5B-66AD148D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rPr>
              <a:t>photo1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C182DA9D-EB49-4376-A28B-14730020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4FBD14FA-DBD3-4EDB-B908-DFC1AA0E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C9E2370-AA32-475D-83C3-6E9E5372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rPr>
              <a:t>团队活动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3C10ED64-6350-4DF0-8AD6-E2BE1967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7302E3C4-33AC-4DBC-AB02-F6DAF762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38">
            <a:extLst xmlns:a="http://schemas.openxmlformats.org/drawingml/2006/main">
              <a:ext uri="{FF2B5EF4-FFF2-40B4-BE49-F238E27FC236}">
                <a16:creationId xmlns:a16="http://schemas.microsoft.com/office/drawing/2014/main" id="{D31D266F-B24D-4F06-8C8B-EB4DCBC5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8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CE724DB4-20ED-4FD2-B344-5ECFAC7C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6C96C7DC-7EDF-43B4-9482-EFA79392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sp>
        <p:nvSpPr>
          <p:cNvPr id="10" name="photo-slot-0">
            <a:extLst xmlns:a="http://schemas.openxmlformats.org/drawingml/2006/main">
              <a:ext uri="{FF2B5EF4-FFF2-40B4-BE49-F238E27FC236}">
                <a16:creationId xmlns:a16="http://schemas.microsoft.com/office/drawing/2014/main" id="{EF0F670E-880C-43FA-B214-7C468EED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7810500" cy="3324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0">
            <a:noFill/>
          </a:ln>
        </p:spPr>
      </p:sp>
      <p:sp>
        <p:nvSpPr>
          <p:cNvPr id="11" name="photo-side">
            <a:extLst xmlns:a="http://schemas.openxmlformats.org/drawingml/2006/main">
              <a:ext uri="{FF2B5EF4-FFF2-40B4-BE49-F238E27FC236}">
                <a16:creationId xmlns:a16="http://schemas.microsoft.com/office/drawing/2014/main" id="{BA9C5CEB-1A7D-4DF1-895E-00E7C7C0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619375"/>
            <a:ext cx="26670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rPr>
              <a:t>活动记录</a:t>
            </a:r>
          </a:p>
        </p:txBody>
      </p:sp>
    </p:spTree>
    <p:extLst>
      <p:ext uri="{BB962C8B-B14F-4D97-AF65-F5344CB8AC3E}">
        <p14:creationId xmlns:p14="http://schemas.microsoft.com/office/powerpoint/2010/main" val="20666820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ayout-key">
            <a:extLst xmlns:a="http://schemas.openxmlformats.org/drawingml/2006/main">
              <a:ext uri="{FF2B5EF4-FFF2-40B4-BE49-F238E27FC236}">
                <a16:creationId xmlns:a16="http://schemas.microsoft.com/office/drawing/2014/main" id="{F120143F-3F78-4C7B-80D7-312B0293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rPr>
              <a:t>photo2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DB625F6A-4CB8-4F41-A0C4-B0515FA6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93B1EAAF-A8B4-41E9-9C1B-846FB1D6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0E206CC-E2EF-405A-BCD9-07045418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rPr>
              <a:t>团队活动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E4A27490-890B-4E54-95FC-5852FF68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22057BEF-DDCE-4054-AD1B-3C55A7C7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39">
            <a:extLst xmlns:a="http://schemas.openxmlformats.org/drawingml/2006/main">
              <a:ext uri="{FF2B5EF4-FFF2-40B4-BE49-F238E27FC236}">
                <a16:creationId xmlns:a16="http://schemas.microsoft.com/office/drawing/2014/main" id="{6DAEC72E-F489-40FC-B2F4-A6FBFE03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8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8FCE2090-AD1E-4193-B0B4-FFABDCA6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FDA246DC-62CC-49C2-9037-8E8F5085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sp>
        <p:nvSpPr>
          <p:cNvPr id="10" name="photo-slot-0">
            <a:extLst xmlns:a="http://schemas.openxmlformats.org/drawingml/2006/main">
              <a:ext uri="{FF2B5EF4-FFF2-40B4-BE49-F238E27FC236}">
                <a16:creationId xmlns:a16="http://schemas.microsoft.com/office/drawing/2014/main" id="{92F5FA0E-4B15-44A8-A79A-6F47873D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5314950" cy="2981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0">
            <a:noFill/>
          </a:ln>
        </p:spPr>
      </p:sp>
      <p:sp>
        <p:nvSpPr>
          <p:cNvPr id="11" name="photo-slot-1">
            <a:extLst xmlns:a="http://schemas.openxmlformats.org/drawingml/2006/main">
              <a:ext uri="{FF2B5EF4-FFF2-40B4-BE49-F238E27FC236}">
                <a16:creationId xmlns:a16="http://schemas.microsoft.com/office/drawing/2014/main" id="{1845A026-2118-406E-9518-68878206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95550"/>
            <a:ext cx="5314950" cy="2981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081767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layout-key">
            <a:extLst xmlns:a="http://schemas.openxmlformats.org/drawingml/2006/main">
              <a:ext uri="{FF2B5EF4-FFF2-40B4-BE49-F238E27FC236}">
                <a16:creationId xmlns:a16="http://schemas.microsoft.com/office/drawing/2014/main" id="{31B16638-9548-48A7-B2E8-0F18F1FC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rPr>
              <a:t>photo4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7A47D218-ACB2-4318-B6A4-5F8FB220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E72E8A86-31FD-48FD-A017-B424CB2B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2042F82-5A93-4B45-AD95-3180F1E5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rPr>
              <a:t>团队活动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762DDE4E-B84B-4280-BBDA-FBA780A9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08AA86C2-8D04-4FF5-87AE-3500366D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40">
            <a:extLst xmlns:a="http://schemas.openxmlformats.org/drawingml/2006/main">
              <a:ext uri="{FF2B5EF4-FFF2-40B4-BE49-F238E27FC236}">
                <a16:creationId xmlns:a16="http://schemas.microsoft.com/office/drawing/2014/main" id="{BFB13E52-59A1-405E-B819-6213BBDB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8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F25A9A37-155F-49BA-A109-7577E2BF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309BEDB6-9EFD-428D-B727-30D5EE83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sp>
        <p:nvSpPr>
          <p:cNvPr id="10" name="photo-slot-0">
            <a:extLst xmlns:a="http://schemas.openxmlformats.org/drawingml/2006/main">
              <a:ext uri="{FF2B5EF4-FFF2-40B4-BE49-F238E27FC236}">
                <a16:creationId xmlns:a16="http://schemas.microsoft.com/office/drawing/2014/main" id="{0CFFE596-455F-4D4C-ABA7-AB606D84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3149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0">
            <a:noFill/>
          </a:ln>
        </p:spPr>
      </p:sp>
      <p:sp>
        <p:nvSpPr>
          <p:cNvPr id="11" name="photo-slot-1">
            <a:extLst xmlns:a="http://schemas.openxmlformats.org/drawingml/2006/main">
              <a:ext uri="{FF2B5EF4-FFF2-40B4-BE49-F238E27FC236}">
                <a16:creationId xmlns:a16="http://schemas.microsoft.com/office/drawing/2014/main" id="{99A31E0E-99D7-4745-A1ED-D023EB6B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53149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0">
            <a:noFill/>
          </a:ln>
        </p:spPr>
      </p:sp>
      <p:sp>
        <p:nvSpPr>
          <p:cNvPr id="12" name="photo-slot-2">
            <a:extLst xmlns:a="http://schemas.openxmlformats.org/drawingml/2006/main">
              <a:ext uri="{FF2B5EF4-FFF2-40B4-BE49-F238E27FC236}">
                <a16:creationId xmlns:a16="http://schemas.microsoft.com/office/drawing/2014/main" id="{33C86AE6-3616-4FA2-B39A-6FB9B335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3149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0">
            <a:noFill/>
          </a:ln>
        </p:spPr>
      </p:sp>
      <p:sp>
        <p:nvSpPr>
          <p:cNvPr id="13" name="photo-slot-3">
            <a:extLst xmlns:a="http://schemas.openxmlformats.org/drawingml/2006/main">
              <a:ext uri="{FF2B5EF4-FFF2-40B4-BE49-F238E27FC236}">
                <a16:creationId xmlns:a16="http://schemas.microsoft.com/office/drawing/2014/main" id="{981668FD-EB0A-4827-9E72-6CD0E574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62425"/>
            <a:ext cx="53149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268696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ayout-key">
            <a:extLst xmlns:a="http://schemas.openxmlformats.org/drawingml/2006/main">
              <a:ext uri="{FF2B5EF4-FFF2-40B4-BE49-F238E27FC236}">
                <a16:creationId xmlns:a16="http://schemas.microsoft.com/office/drawing/2014/main" id="{7A52BEB8-FED2-4597-A056-3E2EC52C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rPr>
              <a:t>text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8EAFCAA2-2B82-4211-B30C-3BC464D7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112B8FED-7409-41DF-9C56-F04BE903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280BB93-4C71-4DFA-A183-34C8AAD0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rPr>
              <a:t>工作与规则说明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09BEEC99-0568-454E-A3B1-42EBAB36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0C515C10-E41E-47F0-AB7E-54D5FD31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41">
            <a:extLst xmlns:a="http://schemas.openxmlformats.org/drawingml/2006/main">
              <a:ext uri="{FF2B5EF4-FFF2-40B4-BE49-F238E27FC236}">
                <a16:creationId xmlns:a16="http://schemas.microsoft.com/office/drawing/2014/main" id="{956690CB-D16C-4079-9983-859555B1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8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CE35E0B1-EAFB-41AB-B9CD-FB0C418A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CBA0A4CD-4482-4404-934C-57756710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B13EDE34-3AC2-44F1-8804-90CD9CD2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76500"/>
            <a:ext cx="108585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rPr>
              <a:t>正文内容</a:t>
            </a:r>
          </a:p>
        </p:txBody>
      </p:sp>
    </p:spTree>
    <p:extLst>
      <p:ext uri="{BB962C8B-B14F-4D97-AF65-F5344CB8AC3E}">
        <p14:creationId xmlns:p14="http://schemas.microsoft.com/office/powerpoint/2010/main" val="17875710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ayout-key">
            <a:extLst xmlns:a="http://schemas.openxmlformats.org/drawingml/2006/main">
              <a:ext uri="{FF2B5EF4-FFF2-40B4-BE49-F238E27FC236}">
                <a16:creationId xmlns:a16="http://schemas.microsoft.com/office/drawing/2014/main" id="{4B6B4ECA-2741-41B4-9B07-5DF1FB21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rPr>
              <a:t>closing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037782F0-AA41-4782-A1C4-2D0F84FA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A6E72955-AB1F-4550-8675-AE46515D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E071296-3F01-4341-B90C-92D25169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rPr>
              <a:t>月报结束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45BAE377-F132-47C3-B61B-9D1AC988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8B99A946-13AA-41CF-9A50-BBEB39A8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42">
            <a:extLst xmlns:a="http://schemas.openxmlformats.org/drawingml/2006/main">
              <a:ext uri="{FF2B5EF4-FFF2-40B4-BE49-F238E27FC236}">
                <a16:creationId xmlns:a16="http://schemas.microsoft.com/office/drawing/2014/main" id="{DA36CA1D-7B31-45B3-8640-A1405AE1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8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C127D8AE-41C1-4762-90A9-53EF64E8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E2580A15-52A6-4F3F-8EF3-F78A3D88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sp>
        <p:nvSpPr>
          <p:cNvPr id="10" name="closing-scope">
            <a:extLst xmlns:a="http://schemas.openxmlformats.org/drawingml/2006/main">
              <a:ext uri="{FF2B5EF4-FFF2-40B4-BE49-F238E27FC236}">
                <a16:creationId xmlns:a16="http://schemas.microsoft.com/office/drawing/2014/main" id="{E20B09D8-3902-4706-A4B8-DE37D3E9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051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rPr>
              <a:t>报告范围</a:t>
            </a:r>
          </a:p>
        </p:txBody>
      </p:sp>
      <p:sp>
        <p:nvSpPr>
          <p:cNvPr id="11" name="closing-status">
            <a:extLst xmlns:a="http://schemas.openxmlformats.org/drawingml/2006/main">
              <a:ext uri="{FF2B5EF4-FFF2-40B4-BE49-F238E27FC236}">
                <a16:creationId xmlns:a16="http://schemas.microsoft.com/office/drawing/2014/main" id="{527B53CB-E6C6-478E-8C74-0152FDA6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76725"/>
            <a:ext cx="10763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已月结</a:t>
            </a:r>
          </a:p>
        </p:txBody>
      </p:sp>
    </p:spTree>
    <p:extLst>
      <p:ext uri="{BB962C8B-B14F-4D97-AF65-F5344CB8AC3E}">
        <p14:creationId xmlns:p14="http://schemas.microsoft.com/office/powerpoint/2010/main" val="19000304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layout-key">
            <a:extLst xmlns:a="http://schemas.openxmlformats.org/drawingml/2006/main">
              <a:ext uri="{FF2B5EF4-FFF2-40B4-BE49-F238E27FC236}">
                <a16:creationId xmlns:a16="http://schemas.microsoft.com/office/drawing/2014/main" id="{0B3DC0CD-0F36-4F0F-9DE1-3CF42E89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rPr>
              <a:t>group-editorial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51FD2599-AD2C-4475-863D-D7136132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047336B0-4A1B-4B22-B297-F51A0377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4AE2D3F-41B0-4B55-A84D-4A7C8E92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rPr>
              <a:t>小组积分一览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7951922D-87E1-48A4-AC10-1EBBF6D9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80718C8B-121D-41CA-97AA-3EED8E0D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43">
            <a:extLst xmlns:a="http://schemas.openxmlformats.org/drawingml/2006/main">
              <a:ext uri="{FF2B5EF4-FFF2-40B4-BE49-F238E27FC236}">
                <a16:creationId xmlns:a16="http://schemas.microsoft.com/office/drawing/2014/main" id="{6286AA9D-A349-48B3-B202-016A50E6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8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1119AFCD-BEC3-4878-A485-67A76685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A1AB60BD-4C6F-4A94-AAAE-FED9655A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sp>
        <p:nvSpPr>
          <p:cNvPr id="10" name="rule-44">
            <a:extLst xmlns:a="http://schemas.openxmlformats.org/drawingml/2006/main">
              <a:ext uri="{FF2B5EF4-FFF2-40B4-BE49-F238E27FC236}">
                <a16:creationId xmlns:a16="http://schemas.microsoft.com/office/drawing/2014/main" id="{07DE8D54-E0C2-4351-9BFA-14E0ED68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8"/>
          </a:solidFill>
          <a:ln xmlns:a="http://schemas.openxmlformats.org/drawingml/2006/main" w="0">
            <a:noFill/>
          </a:ln>
        </p:spPr>
      </p:sp>
      <p:sp>
        <p:nvSpPr>
          <p:cNvPr id="11" name="group-order-0">
            <a:extLst xmlns:a="http://schemas.openxmlformats.org/drawingml/2006/main">
              <a:ext uri="{FF2B5EF4-FFF2-40B4-BE49-F238E27FC236}">
                <a16:creationId xmlns:a16="http://schemas.microsoft.com/office/drawing/2014/main" id="{173DB565-50E7-4C1B-8E91-683AEF80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47925"/>
            <a:ext cx="71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group-name-0">
            <a:extLst xmlns:a="http://schemas.openxmlformats.org/drawingml/2006/main">
              <a:ext uri="{FF2B5EF4-FFF2-40B4-BE49-F238E27FC236}">
                <a16:creationId xmlns:a16="http://schemas.microsoft.com/office/drawing/2014/main" id="{0DE25511-8596-4410-8538-886A85BB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rPr>
              <a:t>小组</a:t>
            </a:r>
          </a:p>
        </p:txBody>
      </p:sp>
      <p:sp>
        <p:nvSpPr>
          <p:cNvPr id="13" name="group-score-0">
            <a:extLst xmlns:a="http://schemas.openxmlformats.org/drawingml/2006/main">
              <a:ext uri="{FF2B5EF4-FFF2-40B4-BE49-F238E27FC236}">
                <a16:creationId xmlns:a16="http://schemas.microsoft.com/office/drawing/2014/main" id="{D95636AD-E96B-47CB-84C1-59B0B4A4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671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B39"/>
                </a:solidFill>
                <a:latin typeface="Arial"/>
                <a:ea typeface="Arial"/>
                <a:cs typeface="Arial"/>
              </a:rPr>
              <a:t>8.60</a:t>
            </a:r>
          </a:p>
        </p:txBody>
      </p:sp>
      <p:sp>
        <p:nvSpPr>
          <p:cNvPr id="14" name="group-people-0">
            <a:extLst xmlns:a="http://schemas.openxmlformats.org/drawingml/2006/main">
              <a:ext uri="{FF2B5EF4-FFF2-40B4-BE49-F238E27FC236}">
                <a16:creationId xmlns:a16="http://schemas.microsoft.com/office/drawing/2014/main" id="{3C7E93D6-8935-45F0-8535-4CD129B9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00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26人</a:t>
            </a:r>
          </a:p>
        </p:txBody>
      </p:sp>
      <p:sp>
        <p:nvSpPr>
          <p:cNvPr id="15" name="rule-45">
            <a:extLst xmlns:a="http://schemas.openxmlformats.org/drawingml/2006/main">
              <a:ext uri="{FF2B5EF4-FFF2-40B4-BE49-F238E27FC236}">
                <a16:creationId xmlns:a16="http://schemas.microsoft.com/office/drawing/2014/main" id="{945FA2B1-B1D2-49CD-A79E-00733377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27647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8"/>
          </a:solidFill>
          <a:ln xmlns:a="http://schemas.openxmlformats.org/drawingml/2006/main" w="0">
            <a:noFill/>
          </a:ln>
        </p:spPr>
      </p:sp>
      <p:sp>
        <p:nvSpPr>
          <p:cNvPr id="16" name="group-order-1">
            <a:extLst xmlns:a="http://schemas.openxmlformats.org/drawingml/2006/main">
              <a:ext uri="{FF2B5EF4-FFF2-40B4-BE49-F238E27FC236}">
                <a16:creationId xmlns:a16="http://schemas.microsoft.com/office/drawing/2014/main" id="{FBC3EBA7-7C2C-4D41-91D4-31AE596A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447925"/>
            <a:ext cx="71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7" name="group-name-1">
            <a:extLst xmlns:a="http://schemas.openxmlformats.org/drawingml/2006/main">
              <a:ext uri="{FF2B5EF4-FFF2-40B4-BE49-F238E27FC236}">
                <a16:creationId xmlns:a16="http://schemas.microsoft.com/office/drawing/2014/main" id="{41BFB0B9-7315-4DA5-9A35-4F5BFD41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762250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rPr>
              <a:t>小组</a:t>
            </a:r>
          </a:p>
        </p:txBody>
      </p:sp>
      <p:sp>
        <p:nvSpPr>
          <p:cNvPr id="18" name="group-score-1">
            <a:extLst xmlns:a="http://schemas.openxmlformats.org/drawingml/2006/main">
              <a:ext uri="{FF2B5EF4-FFF2-40B4-BE49-F238E27FC236}">
                <a16:creationId xmlns:a16="http://schemas.microsoft.com/office/drawing/2014/main" id="{C4009317-2B8D-4A06-A9CF-7000E43F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4671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B39"/>
                </a:solidFill>
                <a:latin typeface="Arial"/>
                <a:ea typeface="Arial"/>
                <a:cs typeface="Arial"/>
              </a:rPr>
              <a:t>8.60</a:t>
            </a:r>
          </a:p>
        </p:txBody>
      </p:sp>
      <p:sp>
        <p:nvSpPr>
          <p:cNvPr id="19" name="group-people-1">
            <a:extLst xmlns:a="http://schemas.openxmlformats.org/drawingml/2006/main">
              <a:ext uri="{FF2B5EF4-FFF2-40B4-BE49-F238E27FC236}">
                <a16:creationId xmlns:a16="http://schemas.microsoft.com/office/drawing/2014/main" id="{1DC08CF6-6287-4A63-86DC-EA6A7726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00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26人</a:t>
            </a:r>
          </a:p>
        </p:txBody>
      </p:sp>
      <p:sp>
        <p:nvSpPr>
          <p:cNvPr id="20" name="rule-46">
            <a:extLst xmlns:a="http://schemas.openxmlformats.org/drawingml/2006/main">
              <a:ext uri="{FF2B5EF4-FFF2-40B4-BE49-F238E27FC236}">
                <a16:creationId xmlns:a16="http://schemas.microsoft.com/office/drawing/2014/main" id="{E627E5F7-F6F7-4888-ABC1-3E734D66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27647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8"/>
          </a:solidFill>
          <a:ln xmlns:a="http://schemas.openxmlformats.org/drawingml/2006/main" w="0">
            <a:noFill/>
          </a:ln>
        </p:spPr>
      </p:sp>
      <p:sp>
        <p:nvSpPr>
          <p:cNvPr id="21" name="group-order-2">
            <a:extLst xmlns:a="http://schemas.openxmlformats.org/drawingml/2006/main">
              <a:ext uri="{FF2B5EF4-FFF2-40B4-BE49-F238E27FC236}">
                <a16:creationId xmlns:a16="http://schemas.microsoft.com/office/drawing/2014/main" id="{C9E1B86B-1249-48CB-BCA2-446D822E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47925"/>
            <a:ext cx="71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group-name-2">
            <a:extLst xmlns:a="http://schemas.openxmlformats.org/drawingml/2006/main">
              <a:ext uri="{FF2B5EF4-FFF2-40B4-BE49-F238E27FC236}">
                <a16:creationId xmlns:a16="http://schemas.microsoft.com/office/drawing/2014/main" id="{B8153316-34A8-4105-A3ED-CFA5BDB7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762250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rPr>
              <a:t>小组</a:t>
            </a:r>
          </a:p>
        </p:txBody>
      </p:sp>
      <p:sp>
        <p:nvSpPr>
          <p:cNvPr id="23" name="group-score-2">
            <a:extLst xmlns:a="http://schemas.openxmlformats.org/drawingml/2006/main">
              <a:ext uri="{FF2B5EF4-FFF2-40B4-BE49-F238E27FC236}">
                <a16:creationId xmlns:a16="http://schemas.microsoft.com/office/drawing/2014/main" id="{21E2A7BB-7109-4155-9664-F4B1183D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4671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B39"/>
                </a:solidFill>
                <a:latin typeface="Arial"/>
                <a:ea typeface="Arial"/>
                <a:cs typeface="Arial"/>
              </a:rPr>
              <a:t>8.60</a:t>
            </a:r>
          </a:p>
        </p:txBody>
      </p:sp>
      <p:sp>
        <p:nvSpPr>
          <p:cNvPr id="24" name="group-people-2">
            <a:extLst xmlns:a="http://schemas.openxmlformats.org/drawingml/2006/main">
              <a:ext uri="{FF2B5EF4-FFF2-40B4-BE49-F238E27FC236}">
                <a16:creationId xmlns:a16="http://schemas.microsoft.com/office/drawing/2014/main" id="{107BE0BF-9DBA-411E-B7F8-9C26349D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600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26人</a:t>
            </a:r>
          </a:p>
        </p:txBody>
      </p:sp>
      <p:sp>
        <p:nvSpPr>
          <p:cNvPr id="25" name="rule-47">
            <a:extLst xmlns:a="http://schemas.openxmlformats.org/drawingml/2006/main">
              <a:ext uri="{FF2B5EF4-FFF2-40B4-BE49-F238E27FC236}">
                <a16:creationId xmlns:a16="http://schemas.microsoft.com/office/drawing/2014/main" id="{E12BF3EC-1148-4362-A53A-BAF60791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3382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8"/>
          </a:solidFill>
          <a:ln xmlns:a="http://schemas.openxmlformats.org/drawingml/2006/main" w="0">
            <a:noFill/>
          </a:ln>
        </p:spPr>
      </p:sp>
      <p:sp>
        <p:nvSpPr>
          <p:cNvPr id="26" name="group-order-3">
            <a:extLst xmlns:a="http://schemas.openxmlformats.org/drawingml/2006/main">
              <a:ext uri="{FF2B5EF4-FFF2-40B4-BE49-F238E27FC236}">
                <a16:creationId xmlns:a16="http://schemas.microsoft.com/office/drawing/2014/main" id="{8416F533-F409-4D58-B749-1E651EEC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05275"/>
            <a:ext cx="71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7" name="group-name-3">
            <a:extLst xmlns:a="http://schemas.openxmlformats.org/drawingml/2006/main">
              <a:ext uri="{FF2B5EF4-FFF2-40B4-BE49-F238E27FC236}">
                <a16:creationId xmlns:a16="http://schemas.microsoft.com/office/drawing/2014/main" id="{0B172900-B1EF-42BD-9340-80F07184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19600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rPr>
              <a:t>小组</a:t>
            </a:r>
          </a:p>
        </p:txBody>
      </p:sp>
      <p:sp>
        <p:nvSpPr>
          <p:cNvPr id="28" name="group-score-3">
            <a:extLst xmlns:a="http://schemas.openxmlformats.org/drawingml/2006/main">
              <a:ext uri="{FF2B5EF4-FFF2-40B4-BE49-F238E27FC236}">
                <a16:creationId xmlns:a16="http://schemas.microsoft.com/office/drawing/2014/main" id="{CE95A50B-B7C0-4929-8412-0EF7F8AD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244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B39"/>
                </a:solidFill>
                <a:latin typeface="Arial"/>
                <a:ea typeface="Arial"/>
                <a:cs typeface="Arial"/>
              </a:rPr>
              <a:t>8.60</a:t>
            </a:r>
          </a:p>
        </p:txBody>
      </p:sp>
      <p:sp>
        <p:nvSpPr>
          <p:cNvPr id="29" name="group-people-3">
            <a:extLst xmlns:a="http://schemas.openxmlformats.org/drawingml/2006/main">
              <a:ext uri="{FF2B5EF4-FFF2-40B4-BE49-F238E27FC236}">
                <a16:creationId xmlns:a16="http://schemas.microsoft.com/office/drawing/2014/main" id="{F36E3AC7-E1D5-4A63-8B07-E62A48EF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2578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26人</a:t>
            </a:r>
          </a:p>
        </p:txBody>
      </p:sp>
      <p:sp>
        <p:nvSpPr>
          <p:cNvPr id="30" name="rule-48">
            <a:extLst xmlns:a="http://schemas.openxmlformats.org/drawingml/2006/main">
              <a:ext uri="{FF2B5EF4-FFF2-40B4-BE49-F238E27FC236}">
                <a16:creationId xmlns:a16="http://schemas.microsoft.com/office/drawing/2014/main" id="{6D5D6E7A-FD99-4F1A-9E7A-649F098C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93382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8"/>
          </a:solidFill>
          <a:ln xmlns:a="http://schemas.openxmlformats.org/drawingml/2006/main" w="0">
            <a:noFill/>
          </a:ln>
        </p:spPr>
      </p:sp>
      <p:sp>
        <p:nvSpPr>
          <p:cNvPr id="31" name="group-order-4">
            <a:extLst xmlns:a="http://schemas.openxmlformats.org/drawingml/2006/main">
              <a:ext uri="{FF2B5EF4-FFF2-40B4-BE49-F238E27FC236}">
                <a16:creationId xmlns:a16="http://schemas.microsoft.com/office/drawing/2014/main" id="{A73EFA8F-C0C6-44A0-A0BE-DEFB139A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105275"/>
            <a:ext cx="71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2" name="group-name-4">
            <a:extLst xmlns:a="http://schemas.openxmlformats.org/drawingml/2006/main">
              <a:ext uri="{FF2B5EF4-FFF2-40B4-BE49-F238E27FC236}">
                <a16:creationId xmlns:a16="http://schemas.microsoft.com/office/drawing/2014/main" id="{A4E0EFD6-005C-42B3-9753-B8E3B93A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419600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rPr>
              <a:t>小组</a:t>
            </a:r>
          </a:p>
        </p:txBody>
      </p:sp>
      <p:sp>
        <p:nvSpPr>
          <p:cNvPr id="33" name="group-score-4">
            <a:extLst xmlns:a="http://schemas.openxmlformats.org/drawingml/2006/main">
              <a:ext uri="{FF2B5EF4-FFF2-40B4-BE49-F238E27FC236}">
                <a16:creationId xmlns:a16="http://schemas.microsoft.com/office/drawing/2014/main" id="{237E69D0-F6B5-45CE-81C3-F85B32EA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1244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B39"/>
                </a:solidFill>
                <a:latin typeface="Arial"/>
                <a:ea typeface="Arial"/>
                <a:cs typeface="Arial"/>
              </a:rPr>
              <a:t>8.60</a:t>
            </a:r>
          </a:p>
        </p:txBody>
      </p:sp>
      <p:sp>
        <p:nvSpPr>
          <p:cNvPr id="34" name="group-people-4">
            <a:extLst xmlns:a="http://schemas.openxmlformats.org/drawingml/2006/main">
              <a:ext uri="{FF2B5EF4-FFF2-40B4-BE49-F238E27FC236}">
                <a16:creationId xmlns:a16="http://schemas.microsoft.com/office/drawing/2014/main" id="{5C1E3D71-7628-4D4D-8F62-7B4EF36C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578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26人</a:t>
            </a:r>
          </a:p>
        </p:txBody>
      </p:sp>
      <p:sp>
        <p:nvSpPr>
          <p:cNvPr id="35" name="rule-49">
            <a:extLst xmlns:a="http://schemas.openxmlformats.org/drawingml/2006/main">
              <a:ext uri="{FF2B5EF4-FFF2-40B4-BE49-F238E27FC236}">
                <a16:creationId xmlns:a16="http://schemas.microsoft.com/office/drawing/2014/main" id="{95962E14-380A-412A-9361-8421F635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93382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8"/>
          </a:solidFill>
          <a:ln xmlns:a="http://schemas.openxmlformats.org/drawingml/2006/main" w="0">
            <a:noFill/>
          </a:ln>
        </p:spPr>
      </p:sp>
      <p:sp>
        <p:nvSpPr>
          <p:cNvPr id="36" name="group-order-5">
            <a:extLst xmlns:a="http://schemas.openxmlformats.org/drawingml/2006/main">
              <a:ext uri="{FF2B5EF4-FFF2-40B4-BE49-F238E27FC236}">
                <a16:creationId xmlns:a16="http://schemas.microsoft.com/office/drawing/2014/main" id="{77816620-42D1-4098-B79B-79B07CF0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105275"/>
            <a:ext cx="71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7" name="group-name-5">
            <a:extLst xmlns:a="http://schemas.openxmlformats.org/drawingml/2006/main">
              <a:ext uri="{FF2B5EF4-FFF2-40B4-BE49-F238E27FC236}">
                <a16:creationId xmlns:a16="http://schemas.microsoft.com/office/drawing/2014/main" id="{D7F962ED-BC6D-488E-9586-6C181FBB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419600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rPr>
              <a:t>小组</a:t>
            </a:r>
          </a:p>
        </p:txBody>
      </p:sp>
      <p:sp>
        <p:nvSpPr>
          <p:cNvPr id="38" name="group-score-5">
            <a:extLst xmlns:a="http://schemas.openxmlformats.org/drawingml/2006/main">
              <a:ext uri="{FF2B5EF4-FFF2-40B4-BE49-F238E27FC236}">
                <a16:creationId xmlns:a16="http://schemas.microsoft.com/office/drawing/2014/main" id="{17B73FEB-0936-4227-BAE3-600166C4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1244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172B39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B39"/>
                </a:solidFill>
                <a:latin typeface="Arial"/>
                <a:ea typeface="Arial"/>
                <a:cs typeface="Arial"/>
              </a:rPr>
              <a:t>8.60</a:t>
            </a:r>
          </a:p>
        </p:txBody>
      </p:sp>
      <p:sp>
        <p:nvSpPr>
          <p:cNvPr id="39" name="group-people-5">
            <a:extLst xmlns:a="http://schemas.openxmlformats.org/drawingml/2006/main">
              <a:ext uri="{FF2B5EF4-FFF2-40B4-BE49-F238E27FC236}">
                <a16:creationId xmlns:a16="http://schemas.microsoft.com/office/drawing/2014/main" id="{13CE7EDD-96AA-4899-BF53-2FAEE892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578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26人</a:t>
            </a:r>
          </a:p>
        </p:txBody>
      </p:sp>
    </p:spTree>
    <p:extLst>
      <p:ext uri="{BB962C8B-B14F-4D97-AF65-F5344CB8AC3E}">
        <p14:creationId xmlns:p14="http://schemas.microsoft.com/office/powerpoint/2010/main" val="39569077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ayout-key">
            <a:extLst xmlns:a="http://schemas.openxmlformats.org/drawingml/2006/main">
              <a:ext uri="{FF2B5EF4-FFF2-40B4-BE49-F238E27FC236}">
                <a16:creationId xmlns:a16="http://schemas.microsoft.com/office/drawing/2014/main" id="{0C970706-7A10-4262-B8B9-60E00C0D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rPr>
              <a:t>stats-trend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2CBBDEA8-FC06-4BDD-A575-254647C1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508B5B53-08BD-48D7-83CE-DAAE28BE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126D78B-EAB5-4DC9-8D96-35CA37AB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rPr>
              <a:t>认可统计与趋势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CB99CC10-988B-4A68-AE02-D03B8B3D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2C20DD64-959F-492D-93BE-1905B0DA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50">
            <a:extLst xmlns:a="http://schemas.openxmlformats.org/drawingml/2006/main">
              <a:ext uri="{FF2B5EF4-FFF2-40B4-BE49-F238E27FC236}">
                <a16:creationId xmlns:a16="http://schemas.microsoft.com/office/drawing/2014/main" id="{027EDCB5-62C4-4CAF-A492-EBED2B85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8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9B3657CC-665E-4F00-A2E3-315E49C5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377F5549-8403-4AE0-8A55-8FFB2E67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784E1E-8EB5-4AB6-A5C4-8E1A16AFE922}"/>
              </a:ext>
            </a:extLst>
          </p:cNvPr>
          <p:cNvGraphicFramePr/>
          <p:nvPr/>
        </p:nvGraphicFramePr>
        <p:xfrm>
          <a:off xmlns:a="http://schemas.openxmlformats.org/drawingml/2006/main" x="609600" y="2447925"/>
          <a:ext xmlns:a="http://schemas.openxmlformats.org/drawingml/2006/main" cx="10972800" cy="1104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047750"/>
                <a:gridCol w="5048250"/>
                <a:gridCol w="2190750"/>
                <a:gridCol w="2686050"/>
              </a:tblGrid>
              <a:tr h="552450"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6877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CE5E8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6877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CE5E8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6877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CE5E8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r"/>
                      <a:r>
                        <a:rPr sz="1400" b="1">
                          <a:solidFill>
                            <a:srgbClr val="6877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CE5E8"/>
                    </a:solidFill>
                  </a:tcPr>
                </a:tc>
              </a:tr>
              <a:tr h="552450"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r"/>
                      <a:r>
                        <a:rPr sz="1800" b="1">
                          <a:solidFill>
                            <a:srgbClr val="172B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CBC03033-178F-45BB-B68E-AF3FCBEEA819}"/>
              </a:ext>
            </a:extLst>
          </p:cNvPr>
          <p:cNvGraphicFramePr/>
          <p:nvPr/>
        </p:nvGraphicFramePr>
        <p:xfrm>
          <a:off xmlns:a="http://schemas.openxmlformats.org/drawingml/2006/main" x="609600" y="3771900"/>
          <a:ext xmlns:a="http://schemas.openxmlformats.org/drawingml/2006/main" cx="10972800" cy="2019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0c1af5d4b14d1e"/>
          </a:graphicData>
        </a:graphic>
      </p:graphicFrame>
    </p:spTree>
    <p:extLst>
      <p:ext uri="{BB962C8B-B14F-4D97-AF65-F5344CB8AC3E}">
        <p14:creationId xmlns:p14="http://schemas.microsoft.com/office/powerpoint/2010/main" val="24898299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ayout-key">
            <a:extLst xmlns:a="http://schemas.openxmlformats.org/drawingml/2006/main">
              <a:ext uri="{FF2B5EF4-FFF2-40B4-BE49-F238E27FC236}">
                <a16:creationId xmlns:a16="http://schemas.microsoft.com/office/drawing/2014/main" id="{C75871BD-B7AB-466D-ACCC-230367C7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rPr>
              <a:t>issuer-chart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2AC84950-3D65-428C-98BB-2677CE5B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1C62860C-0190-4DD4-B962-21BE542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AB93C67-D49A-44EE-AB7E-75BC9CA3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rPr>
              <a:t>认可发放排名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BCCB93D8-79EE-4CEC-83C8-C8235C81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A313976B-D5E8-444A-819F-D1994716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51">
            <a:extLst xmlns:a="http://schemas.openxmlformats.org/drawingml/2006/main">
              <a:ext uri="{FF2B5EF4-FFF2-40B4-BE49-F238E27FC236}">
                <a16:creationId xmlns:a16="http://schemas.microsoft.com/office/drawing/2014/main" id="{D7EC54B4-9C38-4C8C-A04B-36B39249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8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0B0B910C-C04D-4CD9-BDFF-093A17F8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B0E0FA26-02F4-49C9-95F7-51B54826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965AC99B-EEF2-4083-AAFE-FC0D56A294BB}"/>
              </a:ext>
            </a:extLst>
          </p:cNvPr>
          <p:cNvGraphicFramePr/>
          <p:nvPr/>
        </p:nvGraphicFramePr>
        <p:xfrm>
          <a:off xmlns:a="http://schemas.openxmlformats.org/drawingml/2006/main" x="495300" y="2390775"/>
          <a:ext xmlns:a="http://schemas.openxmlformats.org/drawingml/2006/main" cx="11068050" cy="3324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08f926026404812"/>
          </a:graphicData>
        </a:graphic>
      </p:graphicFrame>
    </p:spTree>
    <p:extLst>
      <p:ext uri="{BB962C8B-B14F-4D97-AF65-F5344CB8AC3E}">
        <p14:creationId xmlns:p14="http://schemas.microsoft.com/office/powerpoint/2010/main" val="83101422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layout-key">
            <a:extLst xmlns:a="http://schemas.openxmlformats.org/drawingml/2006/main">
              <a:ext uri="{FF2B5EF4-FFF2-40B4-BE49-F238E27FC236}">
                <a16:creationId xmlns:a16="http://schemas.microsoft.com/office/drawing/2014/main" id="{69E22F28-F5EE-4D23-918C-9C11067F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8FAFB"/>
                </a:solidFill>
                <a:latin typeface="Microsoft YaHei"/>
                <a:ea typeface="Microsoft YaHei"/>
                <a:cs typeface="Microsoft YaHei"/>
              </a:rPr>
              <a:t>excellent-editorial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B83D3EC8-E103-4C4C-A2CB-C8A410A1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91D980B2-B50A-454F-9526-49AF6A8A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4DEC79E-90B0-47B0-BE09-B7730FB6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rPr>
              <a:t>优秀员工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FD51A87B-44AC-450A-84CC-77B4FC17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7632786E-6301-48D5-B3EC-D99D0312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52">
            <a:extLst xmlns:a="http://schemas.openxmlformats.org/drawingml/2006/main">
              <a:ext uri="{FF2B5EF4-FFF2-40B4-BE49-F238E27FC236}">
                <a16:creationId xmlns:a16="http://schemas.microsoft.com/office/drawing/2014/main" id="{A88F125D-B303-4D56-9C69-B61BD4C2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8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DC167BC7-338B-42B5-8155-F50FA151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F1961F06-4744-4ECA-8738-0189E1F0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sp>
        <p:nvSpPr>
          <p:cNvPr id="10" name="rule-53">
            <a:extLst xmlns:a="http://schemas.openxmlformats.org/drawingml/2006/main">
              <a:ext uri="{FF2B5EF4-FFF2-40B4-BE49-F238E27FC236}">
                <a16:creationId xmlns:a16="http://schemas.microsoft.com/office/drawing/2014/main" id="{CB6BA9F2-3D78-427B-87DD-2EFA70C6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8"/>
          </a:solidFill>
          <a:ln xmlns:a="http://schemas.openxmlformats.org/drawingml/2006/main" w="0">
            <a:noFill/>
          </a:ln>
        </p:spPr>
      </p:sp>
      <p:sp>
        <p:nvSpPr>
          <p:cNvPr id="11" name="excellent-category-0">
            <a:extLst xmlns:a="http://schemas.openxmlformats.org/drawingml/2006/main">
              <a:ext uri="{FF2B5EF4-FFF2-40B4-BE49-F238E27FC236}">
                <a16:creationId xmlns:a16="http://schemas.microsoft.com/office/drawing/2014/main" id="{84FF316D-8F14-4B16-AF14-F5FF9A76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479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rPr>
              <a:t>CM</a:t>
            </a:r>
          </a:p>
        </p:txBody>
      </p:sp>
      <p:sp>
        <p:nvSpPr>
          <p:cNvPr id="12" name="excellent-name-0">
            <a:extLst xmlns:a="http://schemas.openxmlformats.org/drawingml/2006/main">
              <a:ext uri="{FF2B5EF4-FFF2-40B4-BE49-F238E27FC236}">
                <a16:creationId xmlns:a16="http://schemas.microsoft.com/office/drawing/2014/main" id="{904AFC28-4F07-4029-AEBD-7EC2DC48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81300"/>
            <a:ext cx="342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rPr>
              <a:t>员工姓名</a:t>
            </a:r>
          </a:p>
        </p:txBody>
      </p:sp>
      <p:sp>
        <p:nvSpPr>
          <p:cNvPr id="13" name="excellent-scope-0">
            <a:extLst xmlns:a="http://schemas.openxmlformats.org/drawingml/2006/main">
              <a:ext uri="{FF2B5EF4-FFF2-40B4-BE49-F238E27FC236}">
                <a16:creationId xmlns:a16="http://schemas.microsoft.com/office/drawing/2014/main" id="{6206E245-0D77-4745-9248-B32F2D21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43300"/>
            <a:ext cx="342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景点圈</a:t>
            </a:r>
          </a:p>
        </p:txBody>
      </p:sp>
      <p:sp>
        <p:nvSpPr>
          <p:cNvPr id="14" name="rule-54">
            <a:extLst xmlns:a="http://schemas.openxmlformats.org/drawingml/2006/main">
              <a:ext uri="{FF2B5EF4-FFF2-40B4-BE49-F238E27FC236}">
                <a16:creationId xmlns:a16="http://schemas.microsoft.com/office/drawing/2014/main" id="{479A4171-7789-41D2-8647-A71D655C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27647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8"/>
          </a:solidFill>
          <a:ln xmlns:a="http://schemas.openxmlformats.org/drawingml/2006/main" w="0">
            <a:noFill/>
          </a:ln>
        </p:spPr>
      </p:sp>
      <p:sp>
        <p:nvSpPr>
          <p:cNvPr id="15" name="excellent-category-1">
            <a:extLst xmlns:a="http://schemas.openxmlformats.org/drawingml/2006/main">
              <a:ext uri="{FF2B5EF4-FFF2-40B4-BE49-F238E27FC236}">
                <a16:creationId xmlns:a16="http://schemas.microsoft.com/office/drawing/2014/main" id="{DF636348-AFA4-4FE6-BDA8-603D3BCB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4479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rPr>
              <a:t>CM</a:t>
            </a:r>
          </a:p>
        </p:txBody>
      </p:sp>
      <p:sp>
        <p:nvSpPr>
          <p:cNvPr id="16" name="excellent-name-1">
            <a:extLst xmlns:a="http://schemas.openxmlformats.org/drawingml/2006/main">
              <a:ext uri="{FF2B5EF4-FFF2-40B4-BE49-F238E27FC236}">
                <a16:creationId xmlns:a16="http://schemas.microsoft.com/office/drawing/2014/main" id="{407FEAAB-BFAF-41B9-92E9-1A1F15BC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781300"/>
            <a:ext cx="342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rPr>
              <a:t>员工姓名</a:t>
            </a:r>
          </a:p>
        </p:txBody>
      </p:sp>
      <p:sp>
        <p:nvSpPr>
          <p:cNvPr id="17" name="excellent-scope-1">
            <a:extLst xmlns:a="http://schemas.openxmlformats.org/drawingml/2006/main">
              <a:ext uri="{FF2B5EF4-FFF2-40B4-BE49-F238E27FC236}">
                <a16:creationId xmlns:a16="http://schemas.microsoft.com/office/drawing/2014/main" id="{6A801ED8-D559-4F3B-A296-75CF262F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543300"/>
            <a:ext cx="342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景点圈</a:t>
            </a:r>
          </a:p>
        </p:txBody>
      </p:sp>
      <p:sp>
        <p:nvSpPr>
          <p:cNvPr id="18" name="rule-55">
            <a:extLst xmlns:a="http://schemas.openxmlformats.org/drawingml/2006/main">
              <a:ext uri="{FF2B5EF4-FFF2-40B4-BE49-F238E27FC236}">
                <a16:creationId xmlns:a16="http://schemas.microsoft.com/office/drawing/2014/main" id="{1F5BBFEF-E20E-4A87-B9AA-318894F5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27647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8"/>
          </a:solidFill>
          <a:ln xmlns:a="http://schemas.openxmlformats.org/drawingml/2006/main" w="0">
            <a:noFill/>
          </a:ln>
        </p:spPr>
      </p:sp>
      <p:sp>
        <p:nvSpPr>
          <p:cNvPr id="19" name="excellent-category-2">
            <a:extLst xmlns:a="http://schemas.openxmlformats.org/drawingml/2006/main">
              <a:ext uri="{FF2B5EF4-FFF2-40B4-BE49-F238E27FC236}">
                <a16:creationId xmlns:a16="http://schemas.microsoft.com/office/drawing/2014/main" id="{7E7F63C3-8956-489F-BB47-D656FF80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479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rPr>
              <a:t>CM</a:t>
            </a:r>
          </a:p>
        </p:txBody>
      </p:sp>
      <p:sp>
        <p:nvSpPr>
          <p:cNvPr id="20" name="excellent-name-2">
            <a:extLst xmlns:a="http://schemas.openxmlformats.org/drawingml/2006/main">
              <a:ext uri="{FF2B5EF4-FFF2-40B4-BE49-F238E27FC236}">
                <a16:creationId xmlns:a16="http://schemas.microsoft.com/office/drawing/2014/main" id="{FC2D4D67-781F-4BC4-9786-CCB8197E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781300"/>
            <a:ext cx="342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rPr>
              <a:t>员工姓名</a:t>
            </a:r>
          </a:p>
        </p:txBody>
      </p:sp>
      <p:sp>
        <p:nvSpPr>
          <p:cNvPr id="21" name="excellent-scope-2">
            <a:extLst xmlns:a="http://schemas.openxmlformats.org/drawingml/2006/main">
              <a:ext uri="{FF2B5EF4-FFF2-40B4-BE49-F238E27FC236}">
                <a16:creationId xmlns:a16="http://schemas.microsoft.com/office/drawing/2014/main" id="{D1757B28-CD32-4234-8193-E6B53518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543300"/>
            <a:ext cx="342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景点圈</a:t>
            </a:r>
          </a:p>
        </p:txBody>
      </p:sp>
      <p:sp>
        <p:nvSpPr>
          <p:cNvPr id="22" name="rule-56">
            <a:extLst xmlns:a="http://schemas.openxmlformats.org/drawingml/2006/main">
              <a:ext uri="{FF2B5EF4-FFF2-40B4-BE49-F238E27FC236}">
                <a16:creationId xmlns:a16="http://schemas.microsoft.com/office/drawing/2014/main" id="{9CBE72FC-7CFE-47E3-AE1F-CBA4CC33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3382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8"/>
          </a:solidFill>
          <a:ln xmlns:a="http://schemas.openxmlformats.org/drawingml/2006/main" w="0">
            <a:noFill/>
          </a:ln>
        </p:spPr>
      </p:sp>
      <p:sp>
        <p:nvSpPr>
          <p:cNvPr id="23" name="excellent-category-3">
            <a:extLst xmlns:a="http://schemas.openxmlformats.org/drawingml/2006/main">
              <a:ext uri="{FF2B5EF4-FFF2-40B4-BE49-F238E27FC236}">
                <a16:creationId xmlns:a16="http://schemas.microsoft.com/office/drawing/2014/main" id="{3A182B50-C04A-4B7B-BF7D-2B71D84E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052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rPr>
              <a:t>CM</a:t>
            </a:r>
          </a:p>
        </p:txBody>
      </p:sp>
      <p:sp>
        <p:nvSpPr>
          <p:cNvPr id="24" name="excellent-name-3">
            <a:extLst xmlns:a="http://schemas.openxmlformats.org/drawingml/2006/main">
              <a:ext uri="{FF2B5EF4-FFF2-40B4-BE49-F238E27FC236}">
                <a16:creationId xmlns:a16="http://schemas.microsoft.com/office/drawing/2014/main" id="{C6DBEB04-F81D-4C03-8F73-FCEF9BAE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38650"/>
            <a:ext cx="342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rPr>
              <a:t>员工姓名</a:t>
            </a:r>
          </a:p>
        </p:txBody>
      </p:sp>
      <p:sp>
        <p:nvSpPr>
          <p:cNvPr id="25" name="excellent-scope-3">
            <a:extLst xmlns:a="http://schemas.openxmlformats.org/drawingml/2006/main">
              <a:ext uri="{FF2B5EF4-FFF2-40B4-BE49-F238E27FC236}">
                <a16:creationId xmlns:a16="http://schemas.microsoft.com/office/drawing/2014/main" id="{8513E347-8B57-465C-9D5D-97125817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00650"/>
            <a:ext cx="342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景点圈</a:t>
            </a:r>
          </a:p>
        </p:txBody>
      </p:sp>
      <p:sp>
        <p:nvSpPr>
          <p:cNvPr id="26" name="rule-57">
            <a:extLst xmlns:a="http://schemas.openxmlformats.org/drawingml/2006/main">
              <a:ext uri="{FF2B5EF4-FFF2-40B4-BE49-F238E27FC236}">
                <a16:creationId xmlns:a16="http://schemas.microsoft.com/office/drawing/2014/main" id="{EEBA51E0-0107-41D3-B8FE-655C4741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93382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8"/>
          </a:solidFill>
          <a:ln xmlns:a="http://schemas.openxmlformats.org/drawingml/2006/main" w="0">
            <a:noFill/>
          </a:ln>
        </p:spPr>
      </p:sp>
      <p:sp>
        <p:nvSpPr>
          <p:cNvPr id="27" name="excellent-category-4">
            <a:extLst xmlns:a="http://schemas.openxmlformats.org/drawingml/2006/main">
              <a:ext uri="{FF2B5EF4-FFF2-40B4-BE49-F238E27FC236}">
                <a16:creationId xmlns:a16="http://schemas.microsoft.com/office/drawing/2014/main" id="{AB306864-FA15-44C7-8B17-90A76720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1052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rPr>
              <a:t>CM</a:t>
            </a:r>
          </a:p>
        </p:txBody>
      </p:sp>
      <p:sp>
        <p:nvSpPr>
          <p:cNvPr id="28" name="excellent-name-4">
            <a:extLst xmlns:a="http://schemas.openxmlformats.org/drawingml/2006/main">
              <a:ext uri="{FF2B5EF4-FFF2-40B4-BE49-F238E27FC236}">
                <a16:creationId xmlns:a16="http://schemas.microsoft.com/office/drawing/2014/main" id="{CECCCFDA-273F-49D8-86FA-1EF06680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438650"/>
            <a:ext cx="342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rPr>
              <a:t>员工姓名</a:t>
            </a:r>
          </a:p>
        </p:txBody>
      </p:sp>
      <p:sp>
        <p:nvSpPr>
          <p:cNvPr id="29" name="excellent-scope-4">
            <a:extLst xmlns:a="http://schemas.openxmlformats.org/drawingml/2006/main">
              <a:ext uri="{FF2B5EF4-FFF2-40B4-BE49-F238E27FC236}">
                <a16:creationId xmlns:a16="http://schemas.microsoft.com/office/drawing/2014/main" id="{51BCB34C-99DB-4A63-B447-4564ACA9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200650"/>
            <a:ext cx="342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景点圈</a:t>
            </a:r>
          </a:p>
        </p:txBody>
      </p:sp>
      <p:sp>
        <p:nvSpPr>
          <p:cNvPr id="30" name="rule-58">
            <a:extLst xmlns:a="http://schemas.openxmlformats.org/drawingml/2006/main">
              <a:ext uri="{FF2B5EF4-FFF2-40B4-BE49-F238E27FC236}">
                <a16:creationId xmlns:a16="http://schemas.microsoft.com/office/drawing/2014/main" id="{7243583A-1BA4-4715-B689-5082677D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93382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8"/>
          </a:solidFill>
          <a:ln xmlns:a="http://schemas.openxmlformats.org/drawingml/2006/main" w="0">
            <a:noFill/>
          </a:ln>
        </p:spPr>
      </p:sp>
      <p:sp>
        <p:nvSpPr>
          <p:cNvPr id="31" name="excellent-category-5">
            <a:extLst xmlns:a="http://schemas.openxmlformats.org/drawingml/2006/main">
              <a:ext uri="{FF2B5EF4-FFF2-40B4-BE49-F238E27FC236}">
                <a16:creationId xmlns:a16="http://schemas.microsoft.com/office/drawing/2014/main" id="{838F3206-BEDF-489D-B07D-FABC9C92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1052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087D90"/>
                </a:solidFill>
                <a:latin typeface="Microsoft YaHei"/>
                <a:ea typeface="Microsoft YaHei"/>
                <a:cs typeface="Microsoft YaHei"/>
              </a:rPr>
              <a:t>CM</a:t>
            </a:r>
          </a:p>
        </p:txBody>
      </p:sp>
      <p:sp>
        <p:nvSpPr>
          <p:cNvPr id="32" name="excellent-name-5">
            <a:extLst xmlns:a="http://schemas.openxmlformats.org/drawingml/2006/main">
              <a:ext uri="{FF2B5EF4-FFF2-40B4-BE49-F238E27FC236}">
                <a16:creationId xmlns:a16="http://schemas.microsoft.com/office/drawing/2014/main" id="{1C70A3BB-441C-480C-81C1-B40C5775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438650"/>
            <a:ext cx="342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172B39"/>
                </a:solidFill>
                <a:latin typeface="Microsoft YaHei"/>
                <a:ea typeface="Microsoft YaHei"/>
                <a:cs typeface="Microsoft YaHei"/>
              </a:rPr>
              <a:t>员工姓名</a:t>
            </a:r>
          </a:p>
        </p:txBody>
      </p:sp>
      <p:sp>
        <p:nvSpPr>
          <p:cNvPr id="33" name="excellent-scope-5">
            <a:extLst xmlns:a="http://schemas.openxmlformats.org/drawingml/2006/main">
              <a:ext uri="{FF2B5EF4-FFF2-40B4-BE49-F238E27FC236}">
                <a16:creationId xmlns:a16="http://schemas.microsoft.com/office/drawing/2014/main" id="{E98CDF53-4595-479D-BE93-04215C78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200650"/>
            <a:ext cx="342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7780"/>
                </a:solidFill>
                <a:latin typeface="Microsoft YaHei"/>
                <a:ea typeface="Microsoft YaHei"/>
                <a:cs typeface="Microsoft YaHei"/>
              </a:rPr>
              <a:t>景点圈</a:t>
            </a:r>
          </a:p>
        </p:txBody>
      </p:sp>
    </p:spTree>
    <p:extLst>
      <p:ext uri="{BB962C8B-B14F-4D97-AF65-F5344CB8AC3E}">
        <p14:creationId xmlns:p14="http://schemas.microsoft.com/office/powerpoint/2010/main" val="20259244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2026-10-18T20:51:38.1260000Z</dcterms:created>
  <dcterms:modified xsi:type="dcterms:W3CDTF">2026-10-18T20:51:38.1260000Z</dcterms:modified>
</coreProperties>
</file>